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presProps.xml" ContentType="application/vnd.openxmlformats-officedocument.presentationml.presProps+xml"/>
  <Override PartName="/ppt/slides/slide14.xml" ContentType="application/vnd.openxmlformats-officedocument.presentationml.slide+xml"/>
  <Override PartName="/ppt/slides/slide6.xml" ContentType="application/vnd.openxmlformats-officedocument.presentationml.slide+xml"/>
  <Override PartName="/ppt/slides/slide12.xml" ContentType="application/vnd.openxmlformats-officedocument.presentationml.slide+xml"/>
  <Override PartName="/ppt/slides/slide1.xml" ContentType="application/vnd.openxmlformats-officedocument.presentationml.slide+xml"/>
  <Override PartName="/ppt/slides/slide3.xml" ContentType="application/vnd.openxmlformats-officedocument.presentationml.slide+xml"/>
  <Override PartName="/ppt/slides/slide5.xml" ContentType="application/vnd.openxmlformats-officedocument.presentationml.slide+xml"/>
  <Override PartName="/ppt/slides/slide2.xml" ContentType="application/vnd.openxmlformats-officedocument.presentationml.slide+xml"/>
  <Override PartName="/ppt/slides/slide7.xml" ContentType="application/vnd.openxmlformats-officedocument.presentationml.slide+xml"/>
  <Override PartName="/ppt/slides/slide11.xml" ContentType="application/vnd.openxmlformats-officedocument.presentationml.slide+xml"/>
  <Override PartName="/ppt/slides/slide10.xml" ContentType="application/vnd.openxmlformats-officedocument.presentationml.slide+xml"/>
  <Override PartName="/ppt/slides/slide8.xml" ContentType="application/vnd.openxmlformats-officedocument.presentationml.slide+xml"/>
  <Override PartName="/ppt/slides/slide13.xml" ContentType="application/vnd.openxmlformats-officedocument.presentationml.slide+xml"/>
  <Override PartName="/ppt/slides/slide4.xml" ContentType="application/vnd.openxmlformats-officedocument.presentationml.slide+xml"/>
  <Override PartName="/ppt/slides/slide9.xml" ContentType="application/vnd.openxmlformats-officedocument.presentationml.slide+xml"/>
  <Override PartName="/ppt/notesSlides/notesSlide14.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9.xml" ContentType="application/vnd.openxmlformats-officedocument.presentationml.notesSlide+xml"/>
  <Override PartName="/ppt/notesSlides/notesSlide5.xml" ContentType="application/vnd.openxmlformats-officedocument.presentationml.notesSlide+xml"/>
  <Override PartName="/ppt/notesSlides/notesSlide3.xml" ContentType="application/vnd.openxmlformats-officedocument.presentationml.notesSlide+xml"/>
  <Override PartName="/ppt/notesSlides/notesSlide11.xml" ContentType="application/vnd.openxmlformats-officedocument.presentationml.notesSlide+xml"/>
  <Override PartName="/ppt/notesSlides/notesSlide8.xml" ContentType="application/vnd.openxmlformats-officedocument.presentationml.notesSlide+xml"/>
  <Override PartName="/ppt/notesSlides/notesSlide7.xml" ContentType="application/vnd.openxmlformats-officedocument.presentationml.notesSlide+xml"/>
  <Override PartName="/ppt/notesSlides/notesSlide6.xml" ContentType="application/vnd.openxmlformats-officedocument.presentationml.notesSlide+xml"/>
  <Override PartName="/ppt/notesSlides/notesSlide4.xml" ContentType="application/vnd.openxmlformats-officedocument.presentationml.notesSlide+xml"/>
  <Override PartName="/ppt/notesSlides/notesSlide13.xml" ContentType="application/vnd.openxmlformats-officedocument.presentationml.notesSlide+xml"/>
  <Override PartName="/ppt/notesSlides/notesSlide1.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Lst>
  <p:sldSz cx="12192000" cy="6858000"/>
  <p:notesSz cx="6858000" cy="12192000"/>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 name="PlaceHolder 1"/>
          <p:cNvSpPr>
            <a:spLocks noGrp="1"/>
          </p:cNvSpPr>
          <p:nvPr>
            <p:ph type="sldImg"/>
          </p:nvPr>
        </p:nvSpPr>
        <p:spPr>
          <a:xfrm>
            <a:off x="216000" y="812520"/>
            <a:ext cx="7127280" cy="4008960"/>
          </a:xfrm>
          <a:prstGeom prst="rect">
            <a:avLst/>
          </a:prstGeom>
          <a:noFill/>
          <a:ln w="0">
            <a:noFill/>
          </a:ln>
        </p:spPr>
        <p:txBody>
          <a:bodyPr lIns="0" tIns="0" rIns="0" bIns="0" anchor="ctr">
            <a:noAutofit/>
          </a:bodyPr>
          <a:p>
            <a:r>
              <a:rPr lang="en-US" sz="1400" b="0" u="none" strike="noStrike">
                <a:solidFill>
                  <a:srgbClr val="000000"/>
                </a:solidFill>
                <a:effectLst/>
                <a:uFillTx/>
                <a:latin typeface="Arial"/>
              </a:rPr>
              <a:t>Click to move the slide</a:t>
            </a:r>
            <a:endParaRPr lang="en-US" sz="1400" b="0" u="none" strike="noStrike">
              <a:solidFill>
                <a:srgbClr val="000000"/>
              </a:solidFill>
              <a:effectLst/>
              <a:uFillTx/>
              <a:latin typeface="Arial"/>
            </a:endParaRPr>
          </a:p>
        </p:txBody>
      </p:sp>
      <p:sp>
        <p:nvSpPr>
          <p:cNvPr id="5"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p>
            <a:pPr indent="0" algn="l">
              <a:buNone/>
            </a:pPr>
            <a:r>
              <a:rPr lang="en-US" sz="2000" b="0" u="none" strike="noStrike">
                <a:solidFill>
                  <a:srgbClr val="000000"/>
                </a:solidFill>
                <a:effectLst/>
                <a:uFillTx/>
                <a:latin typeface="Arial"/>
              </a:rPr>
              <a:t>Click to edit the notes format</a:t>
            </a:r>
            <a:endParaRPr lang="en-US" sz="2000" b="0" u="none" strike="noStrike">
              <a:solidFill>
                <a:srgbClr val="000000"/>
              </a:solidFill>
              <a:effectLst/>
              <a:uFillTx/>
              <a:latin typeface="Arial"/>
            </a:endParaRPr>
          </a:p>
        </p:txBody>
      </p:sp>
      <p:sp>
        <p:nvSpPr>
          <p:cNvPr id="6" name="PlaceHolder 3"/>
          <p:cNvSpPr>
            <a:spLocks noGrp="1"/>
          </p:cNvSpPr>
          <p:nvPr>
            <p:ph type="hdr"/>
          </p:nvPr>
        </p:nvSpPr>
        <p:spPr>
          <a:xfrm>
            <a:off x="0" y="0"/>
            <a:ext cx="3280680" cy="534240"/>
          </a:xfrm>
          <a:prstGeom prst="rect">
            <a:avLst/>
          </a:prstGeom>
          <a:noFill/>
          <a:ln w="0">
            <a:noFill/>
          </a:ln>
        </p:spPr>
        <p:txBody>
          <a:bodyPr lIns="0" tIns="0" rIns="0" bIns="0" anchor="t">
            <a:noAutofit/>
          </a:bodyPr>
          <a:p>
            <a:pPr indent="0" algn="l">
              <a:buNone/>
            </a:pPr>
            <a:r>
              <a:rPr lang="en-US" sz="1400" b="0" u="none" strike="noStrike">
                <a:solidFill>
                  <a:srgbClr val="000000"/>
                </a:solidFill>
                <a:effectLst/>
                <a:uFillTx/>
                <a:latin typeface="Times New Roman"/>
              </a:rPr>
              <a:t> </a:t>
            </a:r>
            <a:endParaRPr lang="en-US" sz="1400" b="0" u="none" strike="noStrike">
              <a:solidFill>
                <a:srgbClr val="000000"/>
              </a:solidFill>
              <a:effectLst/>
              <a:uFillTx/>
              <a:latin typeface="Times New Roman"/>
            </a:endParaRPr>
          </a:p>
        </p:txBody>
      </p:sp>
      <p:sp>
        <p:nvSpPr>
          <p:cNvPr id="7" name="PlaceHolder 4"/>
          <p:cNvSpPr>
            <a:spLocks noGrp="1"/>
          </p:cNvSpPr>
          <p:nvPr>
            <p:ph type="dt" idx="1"/>
          </p:nvPr>
        </p:nvSpPr>
        <p:spPr>
          <a:xfrm>
            <a:off x="4278960" y="0"/>
            <a:ext cx="3280680" cy="534240"/>
          </a:xfrm>
          <a:prstGeom prst="rect">
            <a:avLst/>
          </a:prstGeom>
          <a:noFill/>
          <a:ln w="0">
            <a:noFill/>
          </a:ln>
        </p:spPr>
        <p:txBody>
          <a:bodyPr lIns="0" tIns="0" rIns="0" bIns="0" anchor="t">
            <a:noAutofit/>
          </a:bodyPr>
          <a:lstStyle>
            <a:lvl1pPr indent="0" algn="r">
              <a:buNone/>
              <a:defRPr lang="en-US" sz="1400" b="0" u="none" strike="noStrike">
                <a:solidFill>
                  <a:srgbClr val="000000"/>
                </a:solidFill>
                <a:effectLst/>
                <a:uFillTx/>
                <a:latin typeface="Times New Roman"/>
              </a:defRPr>
            </a:lvl1pPr>
          </a:lstStyle>
          <a:p>
            <a:pPr indent="0" algn="r">
              <a:buNone/>
            </a:pPr>
            <a:r>
              <a:rPr lang="en-US" sz="1400" b="0" u="none" strike="noStrike">
                <a:solidFill>
                  <a:srgbClr val="000000"/>
                </a:solidFill>
                <a:effectLst/>
                <a:uFillTx/>
                <a:latin typeface="Times New Roman"/>
              </a:rPr>
              <a:t> </a:t>
            </a:r>
            <a:endParaRPr lang="en-US" sz="1400" b="0" u="none" strike="noStrike">
              <a:solidFill>
                <a:srgbClr val="000000"/>
              </a:solidFill>
              <a:effectLst/>
              <a:uFillTx/>
              <a:latin typeface="Times New Roman"/>
            </a:endParaRPr>
          </a:p>
        </p:txBody>
      </p:sp>
      <p:sp>
        <p:nvSpPr>
          <p:cNvPr id="8" name="PlaceHolder 5"/>
          <p:cNvSpPr>
            <a:spLocks noGrp="1"/>
          </p:cNvSpPr>
          <p:nvPr>
            <p:ph type="ftr" idx="2"/>
          </p:nvPr>
        </p:nvSpPr>
        <p:spPr>
          <a:xfrm>
            <a:off x="0" y="10157400"/>
            <a:ext cx="3280680" cy="534240"/>
          </a:xfrm>
          <a:prstGeom prst="rect">
            <a:avLst/>
          </a:prstGeom>
          <a:noFill/>
          <a:ln w="0">
            <a:noFill/>
          </a:ln>
        </p:spPr>
        <p:txBody>
          <a:bodyPr lIns="0" tIns="0" rIns="0" bIns="0" anchor="b">
            <a:noAutofit/>
          </a:bodyPr>
          <a:lstStyle>
            <a:lvl1pPr indent="0" algn="l">
              <a:buNone/>
              <a:defRPr lang="en-US" sz="1400" b="0" u="none" strike="noStrike">
                <a:solidFill>
                  <a:srgbClr val="000000"/>
                </a:solidFill>
                <a:effectLst/>
                <a:uFillTx/>
                <a:latin typeface="Times New Roman"/>
              </a:defRPr>
            </a:lvl1pPr>
          </a:lstStyle>
          <a:p>
            <a:pPr indent="0" algn="l">
              <a:buNone/>
            </a:pPr>
            <a:r>
              <a:rPr lang="en-US" sz="1400" b="0" u="none" strike="noStrike">
                <a:solidFill>
                  <a:srgbClr val="000000"/>
                </a:solidFill>
                <a:effectLst/>
                <a:uFillTx/>
                <a:latin typeface="Times New Roman"/>
              </a:rPr>
              <a:t> </a:t>
            </a:r>
            <a:endParaRPr lang="en-US" sz="1400" b="0" u="none" strike="noStrike">
              <a:solidFill>
                <a:srgbClr val="000000"/>
              </a:solidFill>
              <a:effectLst/>
              <a:uFillTx/>
              <a:latin typeface="Times New Roman"/>
            </a:endParaRPr>
          </a:p>
        </p:txBody>
      </p:sp>
      <p:sp>
        <p:nvSpPr>
          <p:cNvPr id="9" name="PlaceHolder 6"/>
          <p:cNvSpPr>
            <a:spLocks noGrp="1"/>
          </p:cNvSpPr>
          <p:nvPr>
            <p:ph type="sldNum" idx="3"/>
          </p:nvPr>
        </p:nvSpPr>
        <p:spPr>
          <a:xfrm>
            <a:off x="4278960" y="10157400"/>
            <a:ext cx="3280680" cy="534240"/>
          </a:xfrm>
          <a:prstGeom prst="rect">
            <a:avLst/>
          </a:prstGeom>
          <a:noFill/>
          <a:ln w="0">
            <a:noFill/>
          </a:ln>
        </p:spPr>
        <p:txBody>
          <a:bodyPr lIns="0" tIns="0" rIns="0" bIns="0" anchor="b">
            <a:noAutofit/>
          </a:bodyPr>
          <a:lstStyle>
            <a:lvl1pPr indent="0" algn="r">
              <a:buNone/>
              <a:defRPr lang="en-US" sz="1400" b="0" u="none" strike="noStrike">
                <a:solidFill>
                  <a:srgbClr val="000000"/>
                </a:solidFill>
                <a:effectLst/>
                <a:uFillTx/>
                <a:latin typeface="Times New Roman"/>
              </a:defRPr>
            </a:lvl1pPr>
          </a:lstStyle>
          <a:p>
            <a:pPr indent="0" algn="r">
              <a:buNone/>
            </a:pPr>
            <a:fld id="{2E52EF6F-E11B-4A26-AD6E-A6122425872B}" type="slidenum">
              <a:rPr lang="en-US" sz="1400" b="0" u="none" strike="noStrike">
                <a:solidFill>
                  <a:srgbClr val="000000"/>
                </a:solidFill>
                <a:effectLst/>
                <a:uFillTx/>
                <a:latin typeface="Times New Roman"/>
              </a:rPr>
              <a:t>1</a:t>
            </a:fld>
            <a:endParaRPr lang="en-US" sz="1400" b="0" u="none" strike="noStrik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2" name="PlaceHolder 1"/>
          <p:cNvSpPr>
            <a:spLocks noGrp="1"/>
          </p:cNvSpPr>
          <p:nvPr>
            <p:ph type="sldImg"/>
          </p:nvPr>
        </p:nvSpPr>
        <p:spPr>
          <a:xfrm>
            <a:off x="685800" y="1143000"/>
            <a:ext cx="5485320" cy="3085200"/>
          </a:xfrm>
          <a:prstGeom prst="rect">
            <a:avLst/>
          </a:prstGeom>
          <a:ln w="0">
            <a:noFill/>
          </a:ln>
        </p:spPr>
      </p:sp>
      <p:sp>
        <p:nvSpPr>
          <p:cNvPr id="163" name="PlaceHolder 2"/>
          <p:cNvSpPr>
            <a:spLocks noGrp="1"/>
          </p:cNvSpPr>
          <p:nvPr>
            <p:ph type="body"/>
          </p:nvPr>
        </p:nvSpPr>
        <p:spPr>
          <a:xfrm>
            <a:off x="685800" y="4400640"/>
            <a:ext cx="5485320" cy="359928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64" name="PlaceHolder 3"/>
          <p:cNvSpPr>
            <a:spLocks noGrp="1"/>
          </p:cNvSpPr>
          <p:nvPr>
            <p:ph type="sldNum" idx="4"/>
          </p:nvPr>
        </p:nvSpPr>
        <p:spPr>
          <a:xfrm>
            <a:off x="3884760" y="8685360"/>
            <a:ext cx="2970720" cy="45756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chemeClr val="dk1"/>
                </a:solidFill>
                <a:effectLst/>
                <a:uFillTx/>
                <a:latin typeface="Arial"/>
                <a:ea typeface="Arial"/>
              </a:defRPr>
            </a:lvl1pPr>
          </a:lstStyle>
          <a:p>
            <a:pPr indent="0" algn="r">
              <a:lnSpc>
                <a:spcPct val="100000"/>
              </a:lnSpc>
              <a:buNone/>
              <a:tabLst>
                <a:tab pos="0" algn="l"/>
              </a:tabLst>
            </a:pPr>
            <a:fld id="{73DEB271-593C-4F8A-980D-89FB1AA37A95}" type="slidenum">
              <a:rPr lang="en-US" sz="1200" b="0" u="none" strike="noStrike">
                <a:solidFill>
                  <a:schemeClr val="dk1"/>
                </a:solidFill>
                <a:effectLst/>
                <a:uFillTx/>
                <a:latin typeface="Arial"/>
                <a:ea typeface="Arial"/>
              </a:rPr>
              <a:t>1</a:t>
            </a:fld>
            <a:endParaRPr lang="en-US" sz="1200" b="0" u="none" strike="noStrike">
              <a:solidFill>
                <a:srgbClr val="000000"/>
              </a:solidFill>
              <a:effectLst/>
              <a:uFillTx/>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5" name="PlaceHolder 1"/>
          <p:cNvSpPr>
            <a:spLocks noGrp="1"/>
          </p:cNvSpPr>
          <p:nvPr>
            <p:ph type="sldImg"/>
          </p:nvPr>
        </p:nvSpPr>
        <p:spPr>
          <a:xfrm>
            <a:off x="685800" y="1143000"/>
            <a:ext cx="5485320" cy="3085200"/>
          </a:xfrm>
          <a:prstGeom prst="rect">
            <a:avLst/>
          </a:prstGeom>
          <a:ln w="0">
            <a:noFill/>
          </a:ln>
        </p:spPr>
      </p:sp>
      <p:sp>
        <p:nvSpPr>
          <p:cNvPr id="166" name="PlaceHolder 2"/>
          <p:cNvSpPr>
            <a:spLocks noGrp="1"/>
          </p:cNvSpPr>
          <p:nvPr>
            <p:ph type="body"/>
          </p:nvPr>
        </p:nvSpPr>
        <p:spPr>
          <a:xfrm>
            <a:off x="685800" y="4400640"/>
            <a:ext cx="5485320" cy="359928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67" name="PlaceHolder 3"/>
          <p:cNvSpPr>
            <a:spLocks noGrp="1"/>
          </p:cNvSpPr>
          <p:nvPr>
            <p:ph type="sldNum" idx="5"/>
          </p:nvPr>
        </p:nvSpPr>
        <p:spPr>
          <a:xfrm>
            <a:off x="3884760" y="8685360"/>
            <a:ext cx="2970720" cy="45756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chemeClr val="dk1"/>
                </a:solidFill>
                <a:effectLst/>
                <a:uFillTx/>
                <a:latin typeface="Arial"/>
                <a:ea typeface="Arial"/>
              </a:defRPr>
            </a:lvl1pPr>
          </a:lstStyle>
          <a:p>
            <a:pPr indent="0" algn="r">
              <a:lnSpc>
                <a:spcPct val="100000"/>
              </a:lnSpc>
              <a:buNone/>
              <a:tabLst>
                <a:tab pos="0" algn="l"/>
              </a:tabLst>
            </a:pPr>
            <a:fld id="{1E6C129C-F802-4658-BBD7-9B133615DC27}" type="slidenum">
              <a:rPr lang="en-US" sz="1200" b="0" u="none" strike="noStrike">
                <a:solidFill>
                  <a:schemeClr val="dk1"/>
                </a:solidFill>
                <a:effectLst/>
                <a:uFillTx/>
                <a:latin typeface="Arial"/>
                <a:ea typeface="Arial"/>
              </a:rPr>
              <a:t>1</a:t>
            </a:fld>
            <a:endParaRPr lang="en-US" sz="1200" b="0" u="none" strike="noStrike">
              <a:solidFill>
                <a:srgbClr val="000000"/>
              </a:solidFill>
              <a:effectLst/>
              <a:uFillTx/>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8" name="PlaceHolder 1"/>
          <p:cNvSpPr>
            <a:spLocks noGrp="1"/>
          </p:cNvSpPr>
          <p:nvPr>
            <p:ph type="sldImg"/>
          </p:nvPr>
        </p:nvSpPr>
        <p:spPr>
          <a:xfrm>
            <a:off x="685800" y="1143000"/>
            <a:ext cx="5485320" cy="3085200"/>
          </a:xfrm>
          <a:prstGeom prst="rect">
            <a:avLst/>
          </a:prstGeom>
          <a:ln w="0">
            <a:noFill/>
          </a:ln>
        </p:spPr>
      </p:sp>
      <p:sp>
        <p:nvSpPr>
          <p:cNvPr id="169" name="PlaceHolder 2"/>
          <p:cNvSpPr>
            <a:spLocks noGrp="1"/>
          </p:cNvSpPr>
          <p:nvPr>
            <p:ph type="body"/>
          </p:nvPr>
        </p:nvSpPr>
        <p:spPr>
          <a:xfrm>
            <a:off x="685800" y="4400640"/>
            <a:ext cx="5485320" cy="359928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70" name="PlaceHolder 3"/>
          <p:cNvSpPr>
            <a:spLocks noGrp="1"/>
          </p:cNvSpPr>
          <p:nvPr>
            <p:ph type="sldNum" idx="6"/>
          </p:nvPr>
        </p:nvSpPr>
        <p:spPr>
          <a:xfrm>
            <a:off x="3884760" y="8685360"/>
            <a:ext cx="2970720" cy="45756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chemeClr val="dk1"/>
                </a:solidFill>
                <a:effectLst/>
                <a:uFillTx/>
                <a:latin typeface="Arial"/>
                <a:ea typeface="Arial"/>
              </a:defRPr>
            </a:lvl1pPr>
          </a:lstStyle>
          <a:p>
            <a:pPr indent="0" algn="r">
              <a:lnSpc>
                <a:spcPct val="100000"/>
              </a:lnSpc>
              <a:buNone/>
              <a:tabLst>
                <a:tab pos="0" algn="l"/>
              </a:tabLst>
            </a:pPr>
            <a:fld id="{154F781D-D303-4B71-95D5-AA718F080603}" type="slidenum">
              <a:rPr lang="en-US" sz="1200" b="0" u="none" strike="noStrike">
                <a:solidFill>
                  <a:schemeClr val="dk1"/>
                </a:solidFill>
                <a:effectLst/>
                <a:uFillTx/>
                <a:latin typeface="Arial"/>
                <a:ea typeface="Arial"/>
              </a:rPr>
              <a:t>1</a:t>
            </a:fld>
            <a:endParaRPr lang="en-US" sz="1200" b="0" u="none" strike="noStrike">
              <a:solidFill>
                <a:srgbClr val="000000"/>
              </a:solidFill>
              <a:effectLst/>
              <a:uFillTx/>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1" name="PlaceHolder 1"/>
          <p:cNvSpPr>
            <a:spLocks noGrp="1"/>
          </p:cNvSpPr>
          <p:nvPr>
            <p:ph type="sldImg"/>
          </p:nvPr>
        </p:nvSpPr>
        <p:spPr>
          <a:xfrm>
            <a:off x="685800" y="1143000"/>
            <a:ext cx="5485320" cy="3085200"/>
          </a:xfrm>
          <a:prstGeom prst="rect">
            <a:avLst/>
          </a:prstGeom>
          <a:ln w="0">
            <a:noFill/>
          </a:ln>
        </p:spPr>
      </p:sp>
      <p:sp>
        <p:nvSpPr>
          <p:cNvPr id="172" name="PlaceHolder 2"/>
          <p:cNvSpPr>
            <a:spLocks noGrp="1"/>
          </p:cNvSpPr>
          <p:nvPr>
            <p:ph type="body"/>
          </p:nvPr>
        </p:nvSpPr>
        <p:spPr>
          <a:xfrm>
            <a:off x="685800" y="4400640"/>
            <a:ext cx="5485320" cy="359928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73" name="PlaceHolder 3"/>
          <p:cNvSpPr>
            <a:spLocks noGrp="1"/>
          </p:cNvSpPr>
          <p:nvPr>
            <p:ph type="sldNum" idx="7"/>
          </p:nvPr>
        </p:nvSpPr>
        <p:spPr>
          <a:xfrm>
            <a:off x="3884760" y="8685360"/>
            <a:ext cx="2970720" cy="45756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chemeClr val="dk1"/>
                </a:solidFill>
                <a:effectLst/>
                <a:uFillTx/>
                <a:latin typeface="Arial"/>
                <a:ea typeface="Arial"/>
              </a:defRPr>
            </a:lvl1pPr>
          </a:lstStyle>
          <a:p>
            <a:pPr indent="0" algn="r">
              <a:lnSpc>
                <a:spcPct val="100000"/>
              </a:lnSpc>
              <a:buNone/>
              <a:tabLst>
                <a:tab pos="0" algn="l"/>
              </a:tabLst>
            </a:pPr>
            <a:fld id="{E045B85E-2C89-4945-82EF-65D40414A2FA}" type="slidenum">
              <a:rPr lang="en-US" sz="1200" b="0" u="none" strike="noStrike">
                <a:solidFill>
                  <a:schemeClr val="dk1"/>
                </a:solidFill>
                <a:effectLst/>
                <a:uFillTx/>
                <a:latin typeface="Arial"/>
                <a:ea typeface="Arial"/>
              </a:rPr>
              <a:t>1</a:t>
            </a:fld>
            <a:endParaRPr lang="en-US" sz="1200" b="0" u="none" strike="noStrike">
              <a:solidFill>
                <a:srgbClr val="000000"/>
              </a:solidFill>
              <a:effectLst/>
              <a:uFillTx/>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4" name="PlaceHolder 1"/>
          <p:cNvSpPr>
            <a:spLocks noGrp="1"/>
          </p:cNvSpPr>
          <p:nvPr>
            <p:ph type="sldImg"/>
          </p:nvPr>
        </p:nvSpPr>
        <p:spPr>
          <a:xfrm>
            <a:off x="685800" y="1143000"/>
            <a:ext cx="5485320" cy="3085200"/>
          </a:xfrm>
          <a:prstGeom prst="rect">
            <a:avLst/>
          </a:prstGeom>
          <a:ln w="0">
            <a:noFill/>
          </a:ln>
        </p:spPr>
      </p:sp>
      <p:sp>
        <p:nvSpPr>
          <p:cNvPr id="175" name="PlaceHolder 2"/>
          <p:cNvSpPr>
            <a:spLocks noGrp="1"/>
          </p:cNvSpPr>
          <p:nvPr>
            <p:ph type="body"/>
          </p:nvPr>
        </p:nvSpPr>
        <p:spPr>
          <a:xfrm>
            <a:off x="685800" y="4400640"/>
            <a:ext cx="5485320" cy="359928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76" name="PlaceHolder 3"/>
          <p:cNvSpPr>
            <a:spLocks noGrp="1"/>
          </p:cNvSpPr>
          <p:nvPr>
            <p:ph type="sldNum" idx="8"/>
          </p:nvPr>
        </p:nvSpPr>
        <p:spPr>
          <a:xfrm>
            <a:off x="3884760" y="8685360"/>
            <a:ext cx="2970720" cy="45756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chemeClr val="dk1"/>
                </a:solidFill>
                <a:effectLst/>
                <a:uFillTx/>
                <a:latin typeface="Arial"/>
                <a:ea typeface="Arial"/>
              </a:defRPr>
            </a:lvl1pPr>
          </a:lstStyle>
          <a:p>
            <a:pPr indent="0" algn="r">
              <a:lnSpc>
                <a:spcPct val="100000"/>
              </a:lnSpc>
              <a:buNone/>
              <a:tabLst>
                <a:tab pos="0" algn="l"/>
              </a:tabLst>
            </a:pPr>
            <a:fld id="{A864695A-F5E8-4087-B7E7-61CD1BB99769}" type="slidenum">
              <a:rPr lang="en-US" sz="1200" b="0" u="none" strike="noStrike">
                <a:solidFill>
                  <a:schemeClr val="dk1"/>
                </a:solidFill>
                <a:effectLst/>
                <a:uFillTx/>
                <a:latin typeface="Arial"/>
                <a:ea typeface="Arial"/>
              </a:rPr>
              <a:t>1</a:t>
            </a:fld>
            <a:endParaRPr lang="en-US" sz="1200" b="0" u="none" strike="noStrike">
              <a:solidFill>
                <a:srgbClr val="000000"/>
              </a:solidFill>
              <a:effectLst/>
              <a:uFillTx/>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7" name="PlaceHolder 1"/>
          <p:cNvSpPr>
            <a:spLocks noGrp="1"/>
          </p:cNvSpPr>
          <p:nvPr>
            <p:ph type="sldImg"/>
          </p:nvPr>
        </p:nvSpPr>
        <p:spPr>
          <a:xfrm>
            <a:off x="685800" y="1143000"/>
            <a:ext cx="5485320" cy="3085200"/>
          </a:xfrm>
          <a:prstGeom prst="rect">
            <a:avLst/>
          </a:prstGeom>
          <a:ln w="0">
            <a:noFill/>
          </a:ln>
        </p:spPr>
      </p:sp>
      <p:sp>
        <p:nvSpPr>
          <p:cNvPr id="178" name="PlaceHolder 2"/>
          <p:cNvSpPr>
            <a:spLocks noGrp="1"/>
          </p:cNvSpPr>
          <p:nvPr>
            <p:ph type="body"/>
          </p:nvPr>
        </p:nvSpPr>
        <p:spPr>
          <a:xfrm>
            <a:off x="685800" y="4400640"/>
            <a:ext cx="5485320" cy="359928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79" name="PlaceHolder 3"/>
          <p:cNvSpPr>
            <a:spLocks noGrp="1"/>
          </p:cNvSpPr>
          <p:nvPr>
            <p:ph type="sldNum" idx="9"/>
          </p:nvPr>
        </p:nvSpPr>
        <p:spPr>
          <a:xfrm>
            <a:off x="3884760" y="8685360"/>
            <a:ext cx="2970720" cy="45756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chemeClr val="dk1"/>
                </a:solidFill>
                <a:effectLst/>
                <a:uFillTx/>
                <a:latin typeface="Arial"/>
                <a:ea typeface="Arial"/>
              </a:defRPr>
            </a:lvl1pPr>
          </a:lstStyle>
          <a:p>
            <a:pPr indent="0" algn="r">
              <a:lnSpc>
                <a:spcPct val="100000"/>
              </a:lnSpc>
              <a:buNone/>
              <a:tabLst>
                <a:tab pos="0" algn="l"/>
              </a:tabLst>
            </a:pPr>
            <a:fld id="{2B4E97EE-76B7-458F-984F-C59022FD4230}" type="slidenum">
              <a:rPr lang="en-US" sz="1200" b="0" u="none" strike="noStrike">
                <a:solidFill>
                  <a:schemeClr val="dk1"/>
                </a:solidFill>
                <a:effectLst/>
                <a:uFillTx/>
                <a:latin typeface="Arial"/>
                <a:ea typeface="Arial"/>
              </a:rPr>
              <a:t>1</a:t>
            </a:fld>
            <a:endParaRPr lang="en-US" sz="1200" b="0" u="none" strike="noStrike">
              <a:solidFill>
                <a:srgbClr val="000000"/>
              </a:solidFill>
              <a:effectLst/>
              <a:uFillTx/>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0" name="PlaceHolder 1"/>
          <p:cNvSpPr>
            <a:spLocks noGrp="1"/>
          </p:cNvSpPr>
          <p:nvPr>
            <p:ph type="sldImg"/>
          </p:nvPr>
        </p:nvSpPr>
        <p:spPr>
          <a:xfrm>
            <a:off x="685800" y="1143000"/>
            <a:ext cx="5485320" cy="3085200"/>
          </a:xfrm>
          <a:prstGeom prst="rect">
            <a:avLst/>
          </a:prstGeom>
          <a:ln w="0">
            <a:noFill/>
          </a:ln>
        </p:spPr>
      </p:sp>
      <p:sp>
        <p:nvSpPr>
          <p:cNvPr id="181" name="PlaceHolder 2"/>
          <p:cNvSpPr>
            <a:spLocks noGrp="1"/>
          </p:cNvSpPr>
          <p:nvPr>
            <p:ph type="body"/>
          </p:nvPr>
        </p:nvSpPr>
        <p:spPr>
          <a:xfrm>
            <a:off x="685800" y="4400640"/>
            <a:ext cx="5485320" cy="359928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82" name="PlaceHolder 3"/>
          <p:cNvSpPr>
            <a:spLocks noGrp="1"/>
          </p:cNvSpPr>
          <p:nvPr>
            <p:ph type="sldNum" idx="10"/>
          </p:nvPr>
        </p:nvSpPr>
        <p:spPr>
          <a:xfrm>
            <a:off x="3884760" y="8685360"/>
            <a:ext cx="2970720" cy="45756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chemeClr val="dk1"/>
                </a:solidFill>
                <a:effectLst/>
                <a:uFillTx/>
                <a:latin typeface="Arial"/>
                <a:ea typeface="Arial"/>
              </a:defRPr>
            </a:lvl1pPr>
          </a:lstStyle>
          <a:p>
            <a:pPr indent="0" algn="r">
              <a:lnSpc>
                <a:spcPct val="100000"/>
              </a:lnSpc>
              <a:buNone/>
              <a:tabLst>
                <a:tab pos="0" algn="l"/>
              </a:tabLst>
            </a:pPr>
            <a:fld id="{25B0D7D5-F20D-4012-A260-FF078C4F39BF}" type="slidenum">
              <a:rPr lang="en-US" sz="1200" b="0" u="none" strike="noStrike">
                <a:solidFill>
                  <a:schemeClr val="dk1"/>
                </a:solidFill>
                <a:effectLst/>
                <a:uFillTx/>
                <a:latin typeface="Arial"/>
                <a:ea typeface="Arial"/>
              </a:rPr>
              <a:t>1</a:t>
            </a:fld>
            <a:endParaRPr lang="en-US" sz="1200" b="0" u="none" strike="noStrike">
              <a:solidFill>
                <a:srgbClr val="000000"/>
              </a:solidFill>
              <a:effectLst/>
              <a:uFillTx/>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3" name="PlaceHolder 1"/>
          <p:cNvSpPr>
            <a:spLocks noGrp="1"/>
          </p:cNvSpPr>
          <p:nvPr>
            <p:ph type="sldImg"/>
          </p:nvPr>
        </p:nvSpPr>
        <p:spPr>
          <a:xfrm>
            <a:off x="685800" y="1143000"/>
            <a:ext cx="5485320" cy="3085200"/>
          </a:xfrm>
          <a:prstGeom prst="rect">
            <a:avLst/>
          </a:prstGeom>
          <a:ln w="0">
            <a:noFill/>
          </a:ln>
        </p:spPr>
      </p:sp>
      <p:sp>
        <p:nvSpPr>
          <p:cNvPr id="184" name="PlaceHolder 2"/>
          <p:cNvSpPr>
            <a:spLocks noGrp="1"/>
          </p:cNvSpPr>
          <p:nvPr>
            <p:ph type="body"/>
          </p:nvPr>
        </p:nvSpPr>
        <p:spPr>
          <a:xfrm>
            <a:off x="685800" y="4400640"/>
            <a:ext cx="5485320" cy="359928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85" name="PlaceHolder 3"/>
          <p:cNvSpPr>
            <a:spLocks noGrp="1"/>
          </p:cNvSpPr>
          <p:nvPr>
            <p:ph type="sldNum" idx="11"/>
          </p:nvPr>
        </p:nvSpPr>
        <p:spPr>
          <a:xfrm>
            <a:off x="3884760" y="8685360"/>
            <a:ext cx="2970720" cy="45756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chemeClr val="dk1"/>
                </a:solidFill>
                <a:effectLst/>
                <a:uFillTx/>
                <a:latin typeface="Arial"/>
                <a:ea typeface="Arial"/>
              </a:defRPr>
            </a:lvl1pPr>
          </a:lstStyle>
          <a:p>
            <a:pPr indent="0" algn="r">
              <a:lnSpc>
                <a:spcPct val="100000"/>
              </a:lnSpc>
              <a:buNone/>
              <a:tabLst>
                <a:tab pos="0" algn="l"/>
              </a:tabLst>
            </a:pPr>
            <a:fld id="{EA2AFDDC-8D9B-4F2B-BB2E-EBD5DEA73A28}" type="slidenum">
              <a:rPr lang="en-US" sz="1200" b="0" u="none" strike="noStrike">
                <a:solidFill>
                  <a:schemeClr val="dk1"/>
                </a:solidFill>
                <a:effectLst/>
                <a:uFillTx/>
                <a:latin typeface="Arial"/>
                <a:ea typeface="Arial"/>
              </a:rPr>
              <a:t>1</a:t>
            </a:fld>
            <a:endParaRPr lang="en-US" sz="1200" b="0" u="none" strike="noStrike">
              <a:solidFill>
                <a:srgbClr val="000000"/>
              </a:solidFill>
              <a:effectLst/>
              <a:uFillTx/>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6" name="PlaceHolder 1"/>
          <p:cNvSpPr>
            <a:spLocks noGrp="1"/>
          </p:cNvSpPr>
          <p:nvPr>
            <p:ph type="sldImg"/>
          </p:nvPr>
        </p:nvSpPr>
        <p:spPr>
          <a:xfrm>
            <a:off x="685800" y="1143000"/>
            <a:ext cx="5485320" cy="3085200"/>
          </a:xfrm>
          <a:prstGeom prst="rect">
            <a:avLst/>
          </a:prstGeom>
          <a:ln w="0">
            <a:noFill/>
          </a:ln>
        </p:spPr>
      </p:sp>
      <p:sp>
        <p:nvSpPr>
          <p:cNvPr id="187" name="PlaceHolder 2"/>
          <p:cNvSpPr>
            <a:spLocks noGrp="1"/>
          </p:cNvSpPr>
          <p:nvPr>
            <p:ph type="body"/>
          </p:nvPr>
        </p:nvSpPr>
        <p:spPr>
          <a:xfrm>
            <a:off x="685800" y="4400640"/>
            <a:ext cx="5485320" cy="359928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88" name="PlaceHolder 3"/>
          <p:cNvSpPr>
            <a:spLocks noGrp="1"/>
          </p:cNvSpPr>
          <p:nvPr>
            <p:ph type="sldNum" idx="12"/>
          </p:nvPr>
        </p:nvSpPr>
        <p:spPr>
          <a:xfrm>
            <a:off x="3884760" y="8685360"/>
            <a:ext cx="2970720" cy="45756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chemeClr val="dk1"/>
                </a:solidFill>
                <a:effectLst/>
                <a:uFillTx/>
                <a:latin typeface="Arial"/>
                <a:ea typeface="Arial"/>
              </a:defRPr>
            </a:lvl1pPr>
          </a:lstStyle>
          <a:p>
            <a:pPr indent="0" algn="r">
              <a:lnSpc>
                <a:spcPct val="100000"/>
              </a:lnSpc>
              <a:buNone/>
              <a:tabLst>
                <a:tab pos="0" algn="l"/>
              </a:tabLst>
            </a:pPr>
            <a:fld id="{3AF8CB28-652E-4C6D-AD18-3112C64E7FB4}" type="slidenum">
              <a:rPr lang="en-US" sz="1200" b="0" u="none" strike="noStrike">
                <a:solidFill>
                  <a:schemeClr val="dk1"/>
                </a:solidFill>
                <a:effectLst/>
                <a:uFillTx/>
                <a:latin typeface="Arial"/>
                <a:ea typeface="Arial"/>
              </a:rPr>
              <a:t>1</a:t>
            </a:fld>
            <a:endParaRPr lang="en-US" sz="1200" b="0" u="none" strike="noStrike">
              <a:solidFill>
                <a:srgbClr val="000000"/>
              </a:solidFill>
              <a:effectLst/>
              <a:uFillTx/>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9" name="PlaceHolder 1"/>
          <p:cNvSpPr>
            <a:spLocks noGrp="1"/>
          </p:cNvSpPr>
          <p:nvPr>
            <p:ph type="sldImg"/>
          </p:nvPr>
        </p:nvSpPr>
        <p:spPr>
          <a:xfrm>
            <a:off x="685800" y="1143000"/>
            <a:ext cx="5485320" cy="3085200"/>
          </a:xfrm>
          <a:prstGeom prst="rect">
            <a:avLst/>
          </a:prstGeom>
          <a:ln w="0">
            <a:noFill/>
          </a:ln>
        </p:spPr>
      </p:sp>
      <p:sp>
        <p:nvSpPr>
          <p:cNvPr id="190" name="PlaceHolder 2"/>
          <p:cNvSpPr>
            <a:spLocks noGrp="1"/>
          </p:cNvSpPr>
          <p:nvPr>
            <p:ph type="body"/>
          </p:nvPr>
        </p:nvSpPr>
        <p:spPr>
          <a:xfrm>
            <a:off x="685800" y="4400640"/>
            <a:ext cx="5485320" cy="359928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91" name="PlaceHolder 3"/>
          <p:cNvSpPr>
            <a:spLocks noGrp="1"/>
          </p:cNvSpPr>
          <p:nvPr>
            <p:ph type="sldNum" idx="13"/>
          </p:nvPr>
        </p:nvSpPr>
        <p:spPr>
          <a:xfrm>
            <a:off x="3884760" y="8685360"/>
            <a:ext cx="2970720" cy="45756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chemeClr val="dk1"/>
                </a:solidFill>
                <a:effectLst/>
                <a:uFillTx/>
                <a:latin typeface="Arial"/>
                <a:ea typeface="Arial"/>
              </a:defRPr>
            </a:lvl1pPr>
          </a:lstStyle>
          <a:p>
            <a:pPr indent="0" algn="r">
              <a:lnSpc>
                <a:spcPct val="100000"/>
              </a:lnSpc>
              <a:buNone/>
              <a:tabLst>
                <a:tab pos="0" algn="l"/>
              </a:tabLst>
            </a:pPr>
            <a:fld id="{7017758E-CAAA-45CA-A233-EC3212598F55}" type="slidenum">
              <a:rPr lang="en-US" sz="1200" b="0" u="none" strike="noStrike">
                <a:solidFill>
                  <a:schemeClr val="dk1"/>
                </a:solidFill>
                <a:effectLst/>
                <a:uFillTx/>
                <a:latin typeface="Arial"/>
                <a:ea typeface="Arial"/>
              </a:rPr>
              <a:t>1</a:t>
            </a:fld>
            <a:endParaRPr lang="en-US" sz="1200" b="0" u="none" strike="noStrike">
              <a:solidFill>
                <a:srgbClr val="000000"/>
              </a:solidFill>
              <a:effectLst/>
              <a:uFillTx/>
              <a:latin typeface="Times New Roman"/>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2" name="PlaceHolder 1"/>
          <p:cNvSpPr>
            <a:spLocks noGrp="1"/>
          </p:cNvSpPr>
          <p:nvPr>
            <p:ph type="sldImg"/>
          </p:nvPr>
        </p:nvSpPr>
        <p:spPr>
          <a:xfrm>
            <a:off x="685800" y="1143000"/>
            <a:ext cx="5485320" cy="3085200"/>
          </a:xfrm>
          <a:prstGeom prst="rect">
            <a:avLst/>
          </a:prstGeom>
          <a:ln w="0">
            <a:noFill/>
          </a:ln>
        </p:spPr>
      </p:sp>
      <p:sp>
        <p:nvSpPr>
          <p:cNvPr id="193" name="PlaceHolder 2"/>
          <p:cNvSpPr>
            <a:spLocks noGrp="1"/>
          </p:cNvSpPr>
          <p:nvPr>
            <p:ph type="body"/>
          </p:nvPr>
        </p:nvSpPr>
        <p:spPr>
          <a:xfrm>
            <a:off x="685800" y="4400640"/>
            <a:ext cx="5485320" cy="359928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94" name="PlaceHolder 3"/>
          <p:cNvSpPr>
            <a:spLocks noGrp="1"/>
          </p:cNvSpPr>
          <p:nvPr>
            <p:ph type="sldNum" idx="14"/>
          </p:nvPr>
        </p:nvSpPr>
        <p:spPr>
          <a:xfrm>
            <a:off x="3884760" y="8685360"/>
            <a:ext cx="2970720" cy="45756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chemeClr val="dk1"/>
                </a:solidFill>
                <a:effectLst/>
                <a:uFillTx/>
                <a:latin typeface="Arial"/>
                <a:ea typeface="Arial"/>
              </a:defRPr>
            </a:lvl1pPr>
          </a:lstStyle>
          <a:p>
            <a:pPr indent="0" algn="r">
              <a:lnSpc>
                <a:spcPct val="100000"/>
              </a:lnSpc>
              <a:buNone/>
              <a:tabLst>
                <a:tab pos="0" algn="l"/>
              </a:tabLst>
            </a:pPr>
            <a:fld id="{8B325F3F-5C6B-499B-92D2-494CF9A0B97D}" type="slidenum">
              <a:rPr lang="en-US" sz="1200" b="0" u="none" strike="noStrike">
                <a:solidFill>
                  <a:schemeClr val="dk1"/>
                </a:solidFill>
                <a:effectLst/>
                <a:uFillTx/>
                <a:latin typeface="Arial"/>
                <a:ea typeface="Arial"/>
              </a:rPr>
              <a:t>1</a:t>
            </a:fld>
            <a:endParaRPr lang="en-US" sz="1200" b="0" u="none" strike="noStrike">
              <a:solidFill>
                <a:srgbClr val="000000"/>
              </a:solidFill>
              <a:effectLst/>
              <a:uFillTx/>
              <a:latin typeface="Times New Roman"/>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5" name="PlaceHolder 1"/>
          <p:cNvSpPr>
            <a:spLocks noGrp="1"/>
          </p:cNvSpPr>
          <p:nvPr>
            <p:ph type="sldImg"/>
          </p:nvPr>
        </p:nvSpPr>
        <p:spPr>
          <a:xfrm>
            <a:off x="685800" y="1143000"/>
            <a:ext cx="5485320" cy="3085200"/>
          </a:xfrm>
          <a:prstGeom prst="rect">
            <a:avLst/>
          </a:prstGeom>
          <a:ln w="0">
            <a:noFill/>
          </a:ln>
        </p:spPr>
      </p:sp>
      <p:sp>
        <p:nvSpPr>
          <p:cNvPr id="196" name="PlaceHolder 2"/>
          <p:cNvSpPr>
            <a:spLocks noGrp="1"/>
          </p:cNvSpPr>
          <p:nvPr>
            <p:ph type="body"/>
          </p:nvPr>
        </p:nvSpPr>
        <p:spPr>
          <a:xfrm>
            <a:off x="685800" y="4400640"/>
            <a:ext cx="5485320" cy="359928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97" name="PlaceHolder 3"/>
          <p:cNvSpPr>
            <a:spLocks noGrp="1"/>
          </p:cNvSpPr>
          <p:nvPr>
            <p:ph type="sldNum" idx="15"/>
          </p:nvPr>
        </p:nvSpPr>
        <p:spPr>
          <a:xfrm>
            <a:off x="3884760" y="8685360"/>
            <a:ext cx="2970720" cy="45756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chemeClr val="dk1"/>
                </a:solidFill>
                <a:effectLst/>
                <a:uFillTx/>
                <a:latin typeface="Arial"/>
                <a:ea typeface="Arial"/>
              </a:defRPr>
            </a:lvl1pPr>
          </a:lstStyle>
          <a:p>
            <a:pPr indent="0" algn="r">
              <a:lnSpc>
                <a:spcPct val="100000"/>
              </a:lnSpc>
              <a:buNone/>
              <a:tabLst>
                <a:tab pos="0" algn="l"/>
              </a:tabLst>
            </a:pPr>
            <a:fld id="{70F34B64-AF01-45AB-9CB6-4EA282D9CB43}" type="slidenum">
              <a:rPr lang="en-US" sz="1200" b="0" u="none" strike="noStrike">
                <a:solidFill>
                  <a:schemeClr val="dk1"/>
                </a:solidFill>
                <a:effectLst/>
                <a:uFillTx/>
                <a:latin typeface="Arial"/>
                <a:ea typeface="Arial"/>
              </a:rPr>
              <a:t>1</a:t>
            </a:fld>
            <a:endParaRPr lang="en-US" sz="1200" b="0" u="none" strike="noStrike">
              <a:solidFill>
                <a:srgbClr val="000000"/>
              </a:solidFill>
              <a:effectLst/>
              <a:uFillTx/>
              <a:latin typeface="Times New Roman"/>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8" name="PlaceHolder 1"/>
          <p:cNvSpPr>
            <a:spLocks noGrp="1"/>
          </p:cNvSpPr>
          <p:nvPr>
            <p:ph type="sldImg"/>
          </p:nvPr>
        </p:nvSpPr>
        <p:spPr>
          <a:xfrm>
            <a:off x="685800" y="1143000"/>
            <a:ext cx="5485320" cy="3085200"/>
          </a:xfrm>
          <a:prstGeom prst="rect">
            <a:avLst/>
          </a:prstGeom>
          <a:ln w="0">
            <a:noFill/>
          </a:ln>
        </p:spPr>
      </p:sp>
      <p:sp>
        <p:nvSpPr>
          <p:cNvPr id="199" name="PlaceHolder 2"/>
          <p:cNvSpPr>
            <a:spLocks noGrp="1"/>
          </p:cNvSpPr>
          <p:nvPr>
            <p:ph type="body"/>
          </p:nvPr>
        </p:nvSpPr>
        <p:spPr>
          <a:xfrm>
            <a:off x="685800" y="4400640"/>
            <a:ext cx="5485320" cy="359928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200" name="PlaceHolder 3"/>
          <p:cNvSpPr>
            <a:spLocks noGrp="1"/>
          </p:cNvSpPr>
          <p:nvPr>
            <p:ph type="sldNum" idx="16"/>
          </p:nvPr>
        </p:nvSpPr>
        <p:spPr>
          <a:xfrm>
            <a:off x="3884760" y="8685360"/>
            <a:ext cx="2970720" cy="45756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chemeClr val="dk1"/>
                </a:solidFill>
                <a:effectLst/>
                <a:uFillTx/>
                <a:latin typeface="Arial"/>
                <a:ea typeface="Arial"/>
              </a:defRPr>
            </a:lvl1pPr>
          </a:lstStyle>
          <a:p>
            <a:pPr indent="0" algn="r">
              <a:lnSpc>
                <a:spcPct val="100000"/>
              </a:lnSpc>
              <a:buNone/>
              <a:tabLst>
                <a:tab pos="0" algn="l"/>
              </a:tabLst>
            </a:pPr>
            <a:fld id="{97281006-4336-4EA9-96E2-103FDD9874AB}" type="slidenum">
              <a:rPr lang="en-US" sz="1200" b="0" u="none" strike="noStrike">
                <a:solidFill>
                  <a:schemeClr val="dk1"/>
                </a:solidFill>
                <a:effectLst/>
                <a:uFillTx/>
                <a:latin typeface="Arial"/>
                <a:ea typeface="Arial"/>
              </a:rPr>
              <a:t>&lt;number&gt;</a:t>
            </a:fld>
            <a:endParaRPr lang="en-US" sz="1200" b="0" u="none" strike="noStrike">
              <a:solidFill>
                <a:srgbClr val="000000"/>
              </a:solidFill>
              <a:effectLst/>
              <a:uFillTx/>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spTree>
      <p:nvGrpSpPr>
        <p:cNvPr id="1" name=""/>
        <p:cNvGrpSpPr/>
        <p:nvPr/>
      </p:nvGrpSpPr>
      <p:grpSpPr>
        <a:xfrm>
          <a:off x="0" y="0"/>
          <a:ext cx="0" cy="0"/>
          <a:chOff x="0" y="0"/>
          <a:chExt cx="0" cy="0"/>
        </a:xfrm>
      </p:grpSpPr>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lvl1pPr indent="0" algn="l">
              <a:buNone/>
              <a:tabLst>
                <a:tab pos="0" algn="l"/>
              </a:tabLst>
              <a:defRPr lang="en-US" sz="1400" b="0" u="none" strike="noStrike">
                <a:solidFill>
                  <a:srgbClr val="000000"/>
                </a:solidFill>
                <a:effectLst/>
                <a:uFillTx/>
                <a:latin typeface="Arial"/>
              </a:defRPr>
            </a:lvl1pPr>
          </a:lstStyle>
          <a:p>
            <a:pPr indent="0" algn="l">
              <a:buNone/>
              <a:tabLst>
                <a:tab pos="0" algn="l"/>
              </a:tabLst>
            </a:pPr>
            <a:r>
              <a:rPr lang="en-US" sz="1400" b="0" u="none" strike="noStrike">
                <a:solidFill>
                  <a:srgbClr val="000000"/>
                </a:solidFill>
                <a:effectLst/>
                <a:uFillTx/>
                <a:latin typeface="Arial"/>
              </a:rPr>
              <a:t>Click to edit the title text format</a:t>
            </a:r>
            <a:endParaRPr lang="en-US" sz="1400" b="0" u="none" strike="noStrike">
              <a:solidFill>
                <a:srgbClr val="000000"/>
              </a:solidFill>
              <a:effectLst/>
              <a:uFillTx/>
              <a:latin typeface="Arial"/>
            </a:endParaRPr>
          </a:p>
        </p:txBody>
      </p:sp>
      <p:sp>
        <p:nvSpPr>
          <p:cNvPr id="3" name="PlaceHolder 2"/>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lvl1pPr algn="l">
              <a:spcBef>
                <a:spcPts val="1417"/>
              </a:spcBef>
              <a:buClr>
                <a:srgbClr val="000000"/>
              </a:buClr>
              <a:buSzPct val="45000"/>
              <a:buFont typeface="Wingdings" charset="2"/>
              <a:buChar char=""/>
              <a:defRPr lang="en-US" sz="1400" b="0" u="none" strike="noStrike">
                <a:solidFill>
                  <a:srgbClr val="000000"/>
                </a:solidFill>
                <a:effectLst/>
                <a:uFillTx/>
                <a:latin typeface="Arial"/>
              </a:defRPr>
            </a:lvl1pPr>
            <a:lvl2pPr lvl="1" algn="l">
              <a:spcBef>
                <a:spcPts val="1134"/>
              </a:spcBef>
              <a:buClr>
                <a:srgbClr val="000000"/>
              </a:buClr>
              <a:buSzPct val="75000"/>
              <a:buFont typeface="Symbol" charset="2"/>
              <a:buChar char=""/>
              <a:defRPr lang="en-US" sz="1400" b="0" u="none" strike="noStrike">
                <a:solidFill>
                  <a:srgbClr val="000000"/>
                </a:solidFill>
                <a:effectLst/>
                <a:uFillTx/>
                <a:latin typeface="Arial"/>
              </a:defRPr>
            </a:lvl2pPr>
            <a:lvl3pPr lvl="2" algn="l">
              <a:spcBef>
                <a:spcPts val="850"/>
              </a:spcBef>
              <a:buClr>
                <a:srgbClr val="000000"/>
              </a:buClr>
              <a:buSzPct val="45000"/>
              <a:buFont typeface="Wingdings" charset="2"/>
              <a:buChar char=""/>
              <a:defRPr lang="en-US" sz="1400" b="0" u="none" strike="noStrike">
                <a:solidFill>
                  <a:srgbClr val="000000"/>
                </a:solidFill>
                <a:effectLst/>
                <a:uFillTx/>
                <a:latin typeface="Arial"/>
              </a:defRPr>
            </a:lvl3pPr>
            <a:lvl4pPr lvl="3" algn="l">
              <a:spcBef>
                <a:spcPts val="567"/>
              </a:spcBef>
              <a:buClr>
                <a:srgbClr val="000000"/>
              </a:buClr>
              <a:buSzPct val="75000"/>
              <a:buFont typeface="Symbol" charset="2"/>
              <a:buChar char=""/>
              <a:defRPr lang="en-US" sz="1400" b="0" u="none" strike="noStrike">
                <a:solidFill>
                  <a:srgbClr val="000000"/>
                </a:solidFill>
                <a:effectLst/>
                <a:uFillTx/>
                <a:latin typeface="Arial"/>
              </a:defRPr>
            </a:lvl4pPr>
            <a:lvl5pPr lvl="4" algn="l">
              <a:spcBef>
                <a:spcPts val="283"/>
              </a:spcBef>
              <a:buClr>
                <a:srgbClr val="000000"/>
              </a:buClr>
              <a:buSzPct val="45000"/>
              <a:buFont typeface="Wingdings" charset="2"/>
              <a:buChar char=""/>
              <a:defRPr lang="en-US" sz="2000" b="0" u="none" strike="noStrike">
                <a:solidFill>
                  <a:srgbClr val="000000"/>
                </a:solidFill>
                <a:effectLst/>
                <a:uFillTx/>
                <a:latin typeface="Arial"/>
              </a:defRPr>
            </a:lvl5pPr>
            <a:lvl6pPr lvl="5" algn="l">
              <a:spcBef>
                <a:spcPts val="283"/>
              </a:spcBef>
              <a:buClr>
                <a:srgbClr val="000000"/>
              </a:buClr>
              <a:buSzPct val="45000"/>
              <a:buFont typeface="Wingdings" charset="2"/>
              <a:buChar char=""/>
              <a:defRPr lang="en-US" sz="2000" b="0" u="none" strike="noStrike">
                <a:solidFill>
                  <a:srgbClr val="000000"/>
                </a:solidFill>
                <a:effectLst/>
                <a:uFillTx/>
                <a:latin typeface="Arial"/>
              </a:defRPr>
            </a:lvl6pPr>
            <a:lvl7pPr lvl="6" algn="l">
              <a:spcBef>
                <a:spcPts val="283"/>
              </a:spcBef>
              <a:buClr>
                <a:srgbClr val="000000"/>
              </a:buClr>
              <a:buSzPct val="45000"/>
              <a:buFont typeface="Wingdings" charset="2"/>
              <a:buChar char=""/>
              <a:defRPr lang="en-US" sz="2000" b="0" u="none" strike="noStrike">
                <a:solidFill>
                  <a:srgbClr val="000000"/>
                </a:solidFill>
                <a:effectLst/>
                <a:uFillTx/>
                <a:latin typeface="Arial"/>
              </a:defRPr>
            </a:lvl7pPr>
          </a:lstStyle>
          <a:p>
            <a:pPr indent="-324000" algn="l">
              <a:spcBef>
                <a:spcPts val="1417"/>
              </a:spcBef>
              <a:buClr>
                <a:srgbClr val="000000"/>
              </a:buClr>
              <a:buSzPct val="45000"/>
              <a:buFont typeface="Wingdings" charset="2"/>
              <a:buChar char=""/>
            </a:pPr>
            <a:r>
              <a:rPr lang="en-US" sz="1400" b="0" u="none" strike="noStrike">
                <a:solidFill>
                  <a:srgbClr val="000000"/>
                </a:solidFill>
                <a:effectLst/>
                <a:uFillTx/>
                <a:latin typeface="Arial"/>
              </a:rPr>
              <a:t>Click to edit the outline text format</a:t>
            </a:r>
            <a:endParaRPr lang="en-US" sz="1400" b="0" u="none" strike="noStrike">
              <a:solidFill>
                <a:srgbClr val="000000"/>
              </a:solidFill>
              <a:effectLst/>
              <a:uFillTx/>
              <a:latin typeface="Arial"/>
            </a:endParaRPr>
          </a:p>
          <a:p>
            <a:pPr marL="864000" lvl="1" indent="-324000" algn="l">
              <a:spcBef>
                <a:spcPts val="1134"/>
              </a:spcBef>
              <a:buClr>
                <a:srgbClr val="000000"/>
              </a:buClr>
              <a:buSzPct val="75000"/>
              <a:buFont typeface="Symbol" charset="2"/>
              <a:buChar char=""/>
            </a:pPr>
            <a:r>
              <a:rPr lang="en-US" sz="1400" b="0" u="none" strike="noStrike">
                <a:solidFill>
                  <a:srgbClr val="000000"/>
                </a:solidFill>
                <a:effectLst/>
                <a:uFillTx/>
                <a:latin typeface="Arial"/>
              </a:rPr>
              <a:t>Second Outline Level</a:t>
            </a:r>
            <a:endParaRPr lang="en-US" sz="1400" b="0" u="none" strike="noStrike">
              <a:solidFill>
                <a:srgbClr val="000000"/>
              </a:solidFill>
              <a:effectLst/>
              <a:uFillTx/>
              <a:latin typeface="Arial"/>
            </a:endParaRPr>
          </a:p>
          <a:p>
            <a:pPr marL="1296000" lvl="2" indent="-288000" algn="l">
              <a:spcBef>
                <a:spcPts val="850"/>
              </a:spcBef>
              <a:buClr>
                <a:srgbClr val="000000"/>
              </a:buClr>
              <a:buSzPct val="45000"/>
              <a:buFont typeface="Wingdings" charset="2"/>
              <a:buChar char=""/>
            </a:pPr>
            <a:r>
              <a:rPr lang="en-US" sz="1400" b="0" u="none" strike="noStrike">
                <a:solidFill>
                  <a:srgbClr val="000000"/>
                </a:solidFill>
                <a:effectLst/>
                <a:uFillTx/>
                <a:latin typeface="Arial"/>
              </a:rPr>
              <a:t>Third Outline Level</a:t>
            </a:r>
            <a:endParaRPr lang="en-US" sz="1400" b="0" u="none" strike="noStrike">
              <a:solidFill>
                <a:srgbClr val="000000"/>
              </a:solidFill>
              <a:effectLst/>
              <a:uFillTx/>
              <a:latin typeface="Arial"/>
            </a:endParaRPr>
          </a:p>
          <a:p>
            <a:pPr marL="1728000" lvl="3" indent="-216000" algn="l">
              <a:spcBef>
                <a:spcPts val="567"/>
              </a:spcBef>
              <a:buClr>
                <a:srgbClr val="000000"/>
              </a:buClr>
              <a:buSzPct val="75000"/>
              <a:buFont typeface="Symbol" charset="2"/>
              <a:buChar char=""/>
            </a:pPr>
            <a:r>
              <a:rPr lang="en-US" sz="1400" b="0" u="none" strike="noStrike">
                <a:solidFill>
                  <a:srgbClr val="000000"/>
                </a:solidFill>
                <a:effectLst/>
                <a:uFillTx/>
                <a:latin typeface="Arial"/>
              </a:rPr>
              <a:t>Fourth Outline Level</a:t>
            </a:r>
            <a:endParaRPr lang="en-US" sz="1400" b="0" u="none" strike="noStrike">
              <a:solidFill>
                <a:srgbClr val="000000"/>
              </a:solidFill>
              <a:effectLst/>
              <a:uFillTx/>
              <a:latin typeface="Arial"/>
            </a:endParaRPr>
          </a:p>
          <a:p>
            <a:pPr marL="2160000" lvl="4" indent="-216000" algn="l">
              <a:spcBef>
                <a:spcPts val="283"/>
              </a:spcBef>
              <a:buClr>
                <a:srgbClr val="000000"/>
              </a:buClr>
              <a:buSzPct val="45000"/>
              <a:buFont typeface="Wingdings" charset="2"/>
              <a:buChar char=""/>
            </a:pPr>
            <a:r>
              <a:rPr lang="en-US" sz="2000" b="0" u="none" strike="noStrike">
                <a:solidFill>
                  <a:srgbClr val="000000"/>
                </a:solidFill>
                <a:effectLst/>
                <a:uFillTx/>
                <a:latin typeface="Arial"/>
              </a:rPr>
              <a:t>Fifth Outline Level</a:t>
            </a:r>
            <a:endParaRPr lang="en-US" sz="2000" b="0" u="none" strike="noStrike">
              <a:solidFill>
                <a:srgbClr val="000000"/>
              </a:solidFill>
              <a:effectLst/>
              <a:uFillTx/>
              <a:latin typeface="Arial"/>
            </a:endParaRPr>
          </a:p>
          <a:p>
            <a:pPr marL="2592000" lvl="5" indent="-216000" algn="l">
              <a:spcBef>
                <a:spcPts val="283"/>
              </a:spcBef>
              <a:buClr>
                <a:srgbClr val="000000"/>
              </a:buClr>
              <a:buSzPct val="45000"/>
              <a:buFont typeface="Wingdings" charset="2"/>
              <a:buChar char=""/>
            </a:pPr>
            <a:r>
              <a:rPr lang="en-US" sz="2000" b="0" u="none" strike="noStrike">
                <a:solidFill>
                  <a:srgbClr val="000000"/>
                </a:solidFill>
                <a:effectLst/>
                <a:uFillTx/>
                <a:latin typeface="Arial"/>
              </a:rPr>
              <a:t>Sixth Outline Level</a:t>
            </a:r>
            <a:endParaRPr lang="en-US" sz="2000" b="0" u="none" strike="noStrike">
              <a:solidFill>
                <a:srgbClr val="000000"/>
              </a:solidFill>
              <a:effectLst/>
              <a:uFillTx/>
              <a:latin typeface="Arial"/>
            </a:endParaRPr>
          </a:p>
          <a:p>
            <a:pPr marL="3024000" lvl="6" indent="-216000" algn="l">
              <a:spcBef>
                <a:spcPts val="283"/>
              </a:spcBef>
              <a:buClr>
                <a:srgbClr val="000000"/>
              </a:buClr>
              <a:buSzPct val="45000"/>
              <a:buFont typeface="Wingdings" charset="2"/>
              <a:buChar char=""/>
            </a:pPr>
            <a:r>
              <a:rPr lang="en-US" sz="2000" b="0" u="none" strike="noStrike">
                <a:solidFill>
                  <a:srgbClr val="000000"/>
                </a:solidFill>
                <a:effectLst/>
                <a:uFillTx/>
                <a:latin typeface="Arial"/>
              </a:rPr>
              <a:t>Seventh Outline Level</a:t>
            </a:r>
            <a:endParaRPr lang="en-US" sz="2000" b="0" u="none" strike="noStrike">
              <a:solidFill>
                <a:srgbClr val="000000"/>
              </a:solidFill>
              <a:effectLst/>
              <a:uFillTx/>
              <a:latin typeface="Arial"/>
            </a:endParaRPr>
          </a:p>
        </p:txBody>
      </p:sp>
    </p:spTree>
  </p:cSld>
  <p:clrMap bg1="lt1" tx1="dk1" bg2="dk2" tx2="lt2" accent1="accent1" accent2="accent2" accent3="accent3" accent4="accent4" accent5="accent5" accent6="accent6" hlink="hlink" folHlink="folHlink"/>
  <p:sldLayoutIdLst>
    <p:sldLayoutId id="2147483649" r:id="rId2"/>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1.png"/><Relationship Id="rId3" Type="http://schemas.openxmlformats.org/officeDocument/2006/relationships/slideLayout" Target="../slideLayouts/slideLayout1.xml"/><Relationship Id="rId4"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1.xml"/><Relationship Id="rId3"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slideLayout" Target="../slideLayouts/slideLayout1.xml"/><Relationship Id="rId6"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image" Target="../media/image9.png"/><Relationship Id="rId2" Type="http://schemas.openxmlformats.org/officeDocument/2006/relationships/slideLayout" Target="../slideLayouts/slideLayout1.xml"/><Relationship Id="rId3"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image" Target="../media/image10.png"/><Relationship Id="rId2" Type="http://schemas.openxmlformats.org/officeDocument/2006/relationships/image" Target="../media/image11.png"/><Relationship Id="rId3" Type="http://schemas.openxmlformats.org/officeDocument/2006/relationships/slideLayout" Target="../slideLayouts/slideLayout1.xml"/><Relationship Id="rId4"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E2761"/>
        </a:solidFill>
      </p:bgPr>
    </p:bg>
    <p:spTree>
      <p:nvGrpSpPr>
        <p:cNvPr id="1" name=""/>
        <p:cNvGrpSpPr/>
        <p:nvPr/>
      </p:nvGrpSpPr>
      <p:grpSpPr>
        <a:xfrm>
          <a:off x="0" y="0"/>
          <a:ext cx="0" cy="0"/>
          <a:chOff x="0" y="0"/>
          <a:chExt cx="0" cy="0"/>
        </a:xfrm>
      </p:grpSpPr>
      <p:sp>
        <p:nvSpPr>
          <p:cNvPr id="10" name="Google Shape;18;p3"/>
          <p:cNvSpPr/>
          <p:nvPr/>
        </p:nvSpPr>
        <p:spPr>
          <a:xfrm>
            <a:off x="472680" y="2880720"/>
            <a:ext cx="11246040" cy="1096200"/>
          </a:xfrm>
          <a:prstGeom prst="rect">
            <a:avLst/>
          </a:prstGeom>
          <a:noFill/>
          <a:ln w="0">
            <a:noFill/>
          </a:ln>
        </p:spPr>
        <p:style>
          <a:lnRef idx="0"/>
          <a:fillRef idx="0"/>
          <a:effectRef idx="0"/>
          <a:fontRef idx="minor"/>
        </p:style>
        <p:txBody>
          <a:bodyPr lIns="0" tIns="0" rIns="0" bIns="0" anchor="ctr">
            <a:noAutofit/>
          </a:bodyPr>
          <a:p>
            <a:pPr algn="ctr">
              <a:lnSpc>
                <a:spcPct val="100000"/>
              </a:lnSpc>
              <a:tabLst>
                <a:tab pos="0" algn="l"/>
              </a:tabLst>
            </a:pPr>
            <a:r>
              <a:rPr lang="en-US" sz="4400" b="1" u="none" strike="noStrike">
                <a:solidFill>
                  <a:srgbClr val="FFFFFF"/>
                </a:solidFill>
                <a:effectLst/>
                <a:uFillTx/>
                <a:latin typeface="Calibri"/>
                <a:ea typeface="Calibri"/>
              </a:rPr>
              <a:t>Road Pothole </a:t>
            </a:r>
            <a:r>
              <a:rPr lang="en-US" sz="4400" b="1" u="none" strike="noStrike">
                <a:solidFill>
                  <a:srgbClr val="FFFFFF"/>
                </a:solidFill>
                <a:effectLst/>
                <a:uFillTx/>
                <a:latin typeface="Calibri"/>
                <a:ea typeface="Calibri"/>
              </a:rPr>
              <a:t>Detection System</a:t>
            </a:r>
            <a:endParaRPr lang="en-US" sz="4400" b="0" u="none" strike="noStrike">
              <a:solidFill>
                <a:srgbClr val="FFFFFF"/>
              </a:solidFill>
              <a:effectLst/>
              <a:uFillTx/>
              <a:latin typeface="Arial"/>
            </a:endParaRPr>
          </a:p>
        </p:txBody>
      </p:sp>
      <p:sp>
        <p:nvSpPr>
          <p:cNvPr id="11" name="Google Shape;19;p3"/>
          <p:cNvSpPr/>
          <p:nvPr/>
        </p:nvSpPr>
        <p:spPr>
          <a:xfrm>
            <a:off x="457200" y="3657600"/>
            <a:ext cx="11246040" cy="730440"/>
          </a:xfrm>
          <a:prstGeom prst="rect">
            <a:avLst/>
          </a:prstGeom>
          <a:noFill/>
          <a:ln w="0">
            <a:noFill/>
          </a:ln>
        </p:spPr>
        <p:style>
          <a:lnRef idx="0"/>
          <a:fillRef idx="0"/>
          <a:effectRef idx="0"/>
          <a:fontRef idx="minor"/>
        </p:style>
        <p:txBody>
          <a:bodyPr lIns="0" tIns="0" rIns="0" bIns="0" anchor="ctr">
            <a:noAutofit/>
          </a:bodyPr>
          <a:p>
            <a:pPr algn="ctr">
              <a:lnSpc>
                <a:spcPct val="100000"/>
              </a:lnSpc>
              <a:tabLst>
                <a:tab pos="0" algn="l"/>
              </a:tabLst>
            </a:pPr>
            <a:r>
              <a:rPr lang="en-US" sz="2000" b="0" u="none" strike="noStrike">
                <a:solidFill>
                  <a:srgbClr val="FFFF00"/>
                </a:solidFill>
                <a:effectLst/>
                <a:uFillTx/>
                <a:latin typeface="Times New Roman"/>
                <a:ea typeface="Times New Roman"/>
              </a:rPr>
              <a:t>IoT + AI Based Smart Road Monitoring Device</a:t>
            </a:r>
            <a:endParaRPr lang="en-US" sz="20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 name="Google Shape;25;p4"/>
          <p:cNvSpPr/>
          <p:nvPr/>
        </p:nvSpPr>
        <p:spPr>
          <a:xfrm>
            <a:off x="457200" y="457200"/>
            <a:ext cx="11246040" cy="73044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US" sz="3200" b="1" u="none" strike="noStrike">
                <a:solidFill>
                  <a:srgbClr val="1E2761"/>
                </a:solidFill>
                <a:effectLst/>
                <a:uFillTx/>
                <a:latin typeface="Calibri"/>
                <a:ea typeface="Calibri"/>
              </a:rPr>
              <a:t>The Obvious Problem</a:t>
            </a:r>
            <a:endParaRPr lang="en-US" sz="3200" b="0" u="none" strike="noStrike">
              <a:solidFill>
                <a:srgbClr val="000000"/>
              </a:solidFill>
              <a:effectLst/>
              <a:uFillTx/>
              <a:latin typeface="Arial"/>
            </a:endParaRPr>
          </a:p>
        </p:txBody>
      </p:sp>
      <p:sp>
        <p:nvSpPr>
          <p:cNvPr id="13" name="Google Shape;26;p4"/>
          <p:cNvSpPr/>
          <p:nvPr/>
        </p:nvSpPr>
        <p:spPr>
          <a:xfrm>
            <a:off x="457200" y="1188720"/>
            <a:ext cx="11246040" cy="44640"/>
          </a:xfrm>
          <a:prstGeom prst="rect">
            <a:avLst/>
          </a:prstGeom>
          <a:solidFill>
            <a:srgbClr val="F96167"/>
          </a:solidFill>
          <a:ln w="12700">
            <a:solidFill>
              <a:srgbClr val="F96167"/>
            </a:solidFill>
            <a:round/>
          </a:ln>
        </p:spPr>
        <p:style>
          <a:lnRef idx="0"/>
          <a:fillRef idx="0"/>
          <a:effectRef idx="0"/>
          <a:fontRef idx="minor"/>
        </p:style>
        <p:txBody>
          <a:bodyPr lIns="90000" tIns="720" rIns="90000" bIns="720" anchor="t">
            <a:noAutofit/>
          </a:bodyPr>
          <a:p>
            <a:endParaRPr lang="en-US" sz="1400" b="0" u="none" strike="noStrike">
              <a:solidFill>
                <a:srgbClr val="FFFFFF"/>
              </a:solidFill>
              <a:effectLst/>
              <a:uFillTx/>
              <a:latin typeface="Arial"/>
            </a:endParaRPr>
          </a:p>
        </p:txBody>
      </p:sp>
      <p:sp>
        <p:nvSpPr>
          <p:cNvPr id="14" name="Google Shape;27;p4"/>
          <p:cNvSpPr/>
          <p:nvPr/>
        </p:nvSpPr>
        <p:spPr>
          <a:xfrm>
            <a:off x="731520" y="1828800"/>
            <a:ext cx="10514520" cy="54756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US" sz="1800" b="0" u="none" strike="noStrike">
                <a:solidFill>
                  <a:srgbClr val="212529"/>
                </a:solidFill>
                <a:effectLst/>
                <a:uFillTx/>
                <a:latin typeface="Calibri"/>
                <a:ea typeface="Calibri"/>
              </a:rPr>
              <a:t>• Potholes pose serious safety risks to vehicles and road users</a:t>
            </a:r>
            <a:endParaRPr lang="en-US" sz="1800" b="0" u="none" strike="noStrike">
              <a:solidFill>
                <a:srgbClr val="000000"/>
              </a:solidFill>
              <a:effectLst/>
              <a:uFillTx/>
              <a:latin typeface="Arial"/>
            </a:endParaRPr>
          </a:p>
        </p:txBody>
      </p:sp>
      <p:sp>
        <p:nvSpPr>
          <p:cNvPr id="15" name="Google Shape;28;p4"/>
          <p:cNvSpPr/>
          <p:nvPr/>
        </p:nvSpPr>
        <p:spPr>
          <a:xfrm>
            <a:off x="731520" y="2468880"/>
            <a:ext cx="10514520" cy="54756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US" sz="1800" b="0" u="none" strike="noStrike">
                <a:solidFill>
                  <a:srgbClr val="212529"/>
                </a:solidFill>
                <a:effectLst/>
                <a:uFillTx/>
                <a:latin typeface="Calibri"/>
                <a:ea typeface="Calibri"/>
              </a:rPr>
              <a:t>• Manual inspection is slow, costly, and difficult to scale</a:t>
            </a:r>
            <a:endParaRPr lang="en-US" sz="1800" b="0" u="none" strike="noStrike">
              <a:solidFill>
                <a:srgbClr val="000000"/>
              </a:solidFill>
              <a:effectLst/>
              <a:uFillTx/>
              <a:latin typeface="Arial"/>
            </a:endParaRPr>
          </a:p>
        </p:txBody>
      </p:sp>
      <p:sp>
        <p:nvSpPr>
          <p:cNvPr id="16" name="Google Shape;29;p4"/>
          <p:cNvSpPr/>
          <p:nvPr/>
        </p:nvSpPr>
        <p:spPr>
          <a:xfrm>
            <a:off x="731520" y="3108960"/>
            <a:ext cx="10514520" cy="54756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US" sz="1800" b="0" u="none" strike="noStrike">
                <a:solidFill>
                  <a:srgbClr val="212529"/>
                </a:solidFill>
                <a:effectLst/>
                <a:uFillTx/>
                <a:latin typeface="Calibri"/>
                <a:ea typeface="Calibri"/>
              </a:rPr>
              <a:t>• Many potholes go unreported until accidents occur</a:t>
            </a:r>
            <a:endParaRPr lang="en-US" sz="1800" b="0" u="none" strike="noStrike">
              <a:solidFill>
                <a:srgbClr val="000000"/>
              </a:solidFill>
              <a:effectLst/>
              <a:uFillTx/>
              <a:latin typeface="Arial"/>
            </a:endParaRPr>
          </a:p>
        </p:txBody>
      </p:sp>
      <p:sp>
        <p:nvSpPr>
          <p:cNvPr id="17" name="Google Shape;30;p4"/>
          <p:cNvSpPr/>
          <p:nvPr/>
        </p:nvSpPr>
        <p:spPr>
          <a:xfrm>
            <a:off x="731520" y="3749040"/>
            <a:ext cx="10514520" cy="54756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US" sz="1800" b="0" u="none" strike="noStrike">
                <a:solidFill>
                  <a:srgbClr val="212529"/>
                </a:solidFill>
                <a:effectLst/>
                <a:uFillTx/>
                <a:latin typeface="Calibri"/>
                <a:ea typeface="Calibri"/>
              </a:rPr>
              <a:t>• Need for automated, real-time road condition monitoring</a:t>
            </a:r>
            <a:endParaRPr lang="en-US" sz="1800" b="0" u="none" strike="noStrike">
              <a:solidFill>
                <a:srgbClr val="000000"/>
              </a:solidFill>
              <a:effectLst/>
              <a:uFillTx/>
              <a:latin typeface="Arial"/>
            </a:endParaRPr>
          </a:p>
        </p:txBody>
      </p:sp>
      <p:sp>
        <p:nvSpPr>
          <p:cNvPr id="18" name="Google Shape;31;p4"/>
          <p:cNvSpPr/>
          <p:nvPr/>
        </p:nvSpPr>
        <p:spPr>
          <a:xfrm>
            <a:off x="731520" y="4754880"/>
            <a:ext cx="10514520" cy="54756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US" sz="2200" b="1" u="none" strike="noStrike">
                <a:solidFill>
                  <a:srgbClr val="F96167"/>
                </a:solidFill>
                <a:effectLst/>
                <a:uFillTx/>
                <a:latin typeface="Calibri"/>
                <a:ea typeface="Calibri"/>
              </a:rPr>
              <a:t>Our Solution</a:t>
            </a:r>
            <a:endParaRPr lang="en-US" sz="2200" b="0" u="none" strike="noStrike">
              <a:solidFill>
                <a:srgbClr val="000000"/>
              </a:solidFill>
              <a:effectLst/>
              <a:uFillTx/>
              <a:latin typeface="Arial"/>
            </a:endParaRPr>
          </a:p>
        </p:txBody>
      </p:sp>
      <p:sp>
        <p:nvSpPr>
          <p:cNvPr id="19" name="Google Shape;32;p4"/>
          <p:cNvSpPr/>
          <p:nvPr/>
        </p:nvSpPr>
        <p:spPr>
          <a:xfrm>
            <a:off x="731520" y="5303520"/>
            <a:ext cx="10514520" cy="82188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US" sz="1600" b="0" u="none" strike="noStrike">
                <a:solidFill>
                  <a:srgbClr val="212529"/>
                </a:solidFill>
                <a:effectLst/>
                <a:uFillTx/>
                <a:latin typeface="Calibri"/>
                <a:ea typeface="Calibri"/>
              </a:rPr>
              <a:t>Build a low-cost system that automatically detects potholes, records their GPS coordinates, estimates their severity, and displays them on a </a:t>
            </a:r>
            <a:r>
              <a:rPr lang="en-US" sz="1600" b="0" u="none" strike="noStrike">
                <a:solidFill>
                  <a:srgbClr val="212529"/>
                </a:solidFill>
                <a:effectLst/>
                <a:uFillTx/>
                <a:latin typeface="Calibri"/>
                <a:ea typeface="Calibri"/>
              </a:rPr>
              <a:t>digital map. </a:t>
            </a:r>
            <a:endParaRPr lang="en-US" sz="1600" b="0" u="none" strike="noStrike">
              <a:solidFill>
                <a:srgbClr val="000000"/>
              </a:solidFill>
              <a:effectLst/>
              <a:uFillTx/>
              <a:latin typeface="Arial"/>
            </a:endParaRPr>
          </a:p>
        </p:txBody>
      </p:sp>
      <p:pic>
        <p:nvPicPr>
          <p:cNvPr id="20" name="Google Shape;33;p4"/>
          <p:cNvPicPr/>
          <p:nvPr/>
        </p:nvPicPr>
        <p:blipFill>
          <a:blip r:embed="rId1"/>
          <a:stretch/>
        </p:blipFill>
        <p:spPr>
          <a:xfrm>
            <a:off x="6745680" y="1591920"/>
            <a:ext cx="4957560" cy="3307320"/>
          </a:xfrm>
          <a:prstGeom prst="rect">
            <a:avLst/>
          </a:prstGeom>
          <a:noFill/>
          <a:ln w="0">
            <a:noFill/>
          </a:ln>
        </p:spPr>
      </p:pic>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 name="Google Shape;39;p5"/>
          <p:cNvSpPr/>
          <p:nvPr/>
        </p:nvSpPr>
        <p:spPr>
          <a:xfrm>
            <a:off x="457200" y="457200"/>
            <a:ext cx="11246040" cy="73044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US" sz="3200" b="1" u="none" strike="noStrike">
                <a:solidFill>
                  <a:srgbClr val="1E2761"/>
                </a:solidFill>
                <a:effectLst/>
                <a:uFillTx/>
                <a:latin typeface="Calibri"/>
                <a:ea typeface="Calibri"/>
              </a:rPr>
              <a:t>Primary Objectives of RPDS</a:t>
            </a:r>
            <a:endParaRPr lang="en-US" sz="3200" b="0" u="none" strike="noStrike">
              <a:solidFill>
                <a:srgbClr val="000000"/>
              </a:solidFill>
              <a:effectLst/>
              <a:uFillTx/>
              <a:latin typeface="Arial"/>
            </a:endParaRPr>
          </a:p>
        </p:txBody>
      </p:sp>
      <p:sp>
        <p:nvSpPr>
          <p:cNvPr id="22" name="Google Shape;40;p5"/>
          <p:cNvSpPr/>
          <p:nvPr/>
        </p:nvSpPr>
        <p:spPr>
          <a:xfrm>
            <a:off x="457200" y="1188720"/>
            <a:ext cx="11246040" cy="44640"/>
          </a:xfrm>
          <a:prstGeom prst="rect">
            <a:avLst/>
          </a:prstGeom>
          <a:solidFill>
            <a:srgbClr val="F96167"/>
          </a:solidFill>
          <a:ln w="12700">
            <a:solidFill>
              <a:srgbClr val="F96167"/>
            </a:solidFill>
            <a:round/>
          </a:ln>
        </p:spPr>
        <p:style>
          <a:lnRef idx="0"/>
          <a:fillRef idx="0"/>
          <a:effectRef idx="0"/>
          <a:fontRef idx="minor"/>
        </p:style>
        <p:txBody>
          <a:bodyPr lIns="90000" tIns="720" rIns="90000" bIns="720" anchor="t">
            <a:noAutofit/>
          </a:bodyPr>
          <a:p>
            <a:endParaRPr lang="en-US" sz="1400" b="0" u="none" strike="noStrike">
              <a:solidFill>
                <a:srgbClr val="FFFFFF"/>
              </a:solidFill>
              <a:effectLst/>
              <a:uFillTx/>
              <a:latin typeface="Arial"/>
            </a:endParaRPr>
          </a:p>
        </p:txBody>
      </p:sp>
      <p:sp>
        <p:nvSpPr>
          <p:cNvPr id="23" name="Google Shape;41;p5"/>
          <p:cNvSpPr/>
          <p:nvPr/>
        </p:nvSpPr>
        <p:spPr>
          <a:xfrm>
            <a:off x="731520" y="1828800"/>
            <a:ext cx="10514520" cy="45612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US" sz="1600" b="0" u="none" strike="noStrike">
                <a:solidFill>
                  <a:srgbClr val="212529"/>
                </a:solidFill>
                <a:effectLst/>
                <a:uFillTx/>
                <a:latin typeface="Calibri"/>
                <a:ea typeface="Calibri"/>
              </a:rPr>
              <a:t>• Detect potholes using vehicle vibration data (MPU6050)</a:t>
            </a:r>
            <a:endParaRPr lang="en-US" sz="1600" b="0" u="none" strike="noStrike">
              <a:solidFill>
                <a:srgbClr val="000000"/>
              </a:solidFill>
              <a:effectLst/>
              <a:uFillTx/>
              <a:latin typeface="Arial"/>
            </a:endParaRPr>
          </a:p>
        </p:txBody>
      </p:sp>
      <p:sp>
        <p:nvSpPr>
          <p:cNvPr id="24" name="Google Shape;42;p5"/>
          <p:cNvSpPr/>
          <p:nvPr/>
        </p:nvSpPr>
        <p:spPr>
          <a:xfrm>
            <a:off x="731520" y="2377440"/>
            <a:ext cx="10514520" cy="45612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US" sz="1600" b="0" u="none" strike="noStrike">
                <a:solidFill>
                  <a:srgbClr val="212529"/>
                </a:solidFill>
                <a:effectLst/>
                <a:uFillTx/>
                <a:latin typeface="Calibri"/>
                <a:ea typeface="Calibri"/>
              </a:rPr>
              <a:t>• Capture precise location using GPS module</a:t>
            </a:r>
            <a:endParaRPr lang="en-US" sz="1600" b="0" u="none" strike="noStrike">
              <a:solidFill>
                <a:srgbClr val="000000"/>
              </a:solidFill>
              <a:effectLst/>
              <a:uFillTx/>
              <a:latin typeface="Arial"/>
            </a:endParaRPr>
          </a:p>
        </p:txBody>
      </p:sp>
      <p:sp>
        <p:nvSpPr>
          <p:cNvPr id="25" name="Google Shape;43;p5"/>
          <p:cNvSpPr/>
          <p:nvPr/>
        </p:nvSpPr>
        <p:spPr>
          <a:xfrm>
            <a:off x="731520" y="2926080"/>
            <a:ext cx="10514520" cy="45612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US" sz="1600" b="0" u="none" strike="noStrike">
                <a:solidFill>
                  <a:srgbClr val="212529"/>
                </a:solidFill>
                <a:effectLst/>
                <a:uFillTx/>
                <a:latin typeface="Calibri"/>
                <a:ea typeface="Calibri"/>
              </a:rPr>
              <a:t>• Transmit detection events to backend server via Wi-Fi/4G</a:t>
            </a:r>
            <a:endParaRPr lang="en-US" sz="1600" b="0" u="none" strike="noStrike">
              <a:solidFill>
                <a:srgbClr val="000000"/>
              </a:solidFill>
              <a:effectLst/>
              <a:uFillTx/>
              <a:latin typeface="Arial"/>
            </a:endParaRPr>
          </a:p>
        </p:txBody>
      </p:sp>
      <p:sp>
        <p:nvSpPr>
          <p:cNvPr id="26" name="Google Shape;44;p5"/>
          <p:cNvSpPr/>
          <p:nvPr/>
        </p:nvSpPr>
        <p:spPr>
          <a:xfrm>
            <a:off x="731520" y="3474720"/>
            <a:ext cx="10514520" cy="45612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US" sz="1600" b="0" u="none" strike="noStrike">
                <a:solidFill>
                  <a:srgbClr val="212529"/>
                </a:solidFill>
                <a:effectLst/>
                <a:uFillTx/>
                <a:latin typeface="Calibri"/>
                <a:ea typeface="Calibri"/>
              </a:rPr>
              <a:t>• Visualize pothole locations on interactive digital map</a:t>
            </a:r>
            <a:endParaRPr lang="en-US" sz="1600" b="0" u="none" strike="noStrike">
              <a:solidFill>
                <a:srgbClr val="000000"/>
              </a:solidFill>
              <a:effectLst/>
              <a:uFillTx/>
              <a:latin typeface="Arial"/>
            </a:endParaRPr>
          </a:p>
        </p:txBody>
      </p:sp>
      <p:sp>
        <p:nvSpPr>
          <p:cNvPr id="27" name="Google Shape;45;p5"/>
          <p:cNvSpPr/>
          <p:nvPr/>
        </p:nvSpPr>
        <p:spPr>
          <a:xfrm>
            <a:off x="731520" y="4023360"/>
            <a:ext cx="10514520" cy="45612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US" sz="1600" b="0" u="none" strike="noStrike">
                <a:solidFill>
                  <a:srgbClr val="212529"/>
                </a:solidFill>
                <a:effectLst/>
                <a:uFillTx/>
                <a:latin typeface="Calibri"/>
                <a:ea typeface="Calibri"/>
              </a:rPr>
              <a:t>• Classify potholes by severity using ML techniques</a:t>
            </a:r>
            <a:endParaRPr lang="en-US" sz="1600" b="0" u="none" strike="noStrike">
              <a:solidFill>
                <a:srgbClr val="000000"/>
              </a:solidFill>
              <a:effectLst/>
              <a:uFillTx/>
              <a:latin typeface="Arial"/>
            </a:endParaRPr>
          </a:p>
        </p:txBody>
      </p:sp>
      <p:sp>
        <p:nvSpPr>
          <p:cNvPr id="28" name="Google Shape;46;p5"/>
          <p:cNvSpPr/>
          <p:nvPr/>
        </p:nvSpPr>
        <p:spPr>
          <a:xfrm>
            <a:off x="731520" y="4572000"/>
            <a:ext cx="10514520" cy="45612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US" sz="1600" b="0" u="none" strike="noStrike">
                <a:solidFill>
                  <a:srgbClr val="212529"/>
                </a:solidFill>
                <a:effectLst/>
                <a:uFillTx/>
                <a:latin typeface="Calibri"/>
                <a:ea typeface="Calibri"/>
              </a:rPr>
              <a:t>• Reduce false detections through signal processing</a:t>
            </a:r>
            <a:endParaRPr lang="en-US" sz="1600" b="0" u="none" strike="noStrike">
              <a:solidFill>
                <a:srgbClr val="000000"/>
              </a:solidFill>
              <a:effectLst/>
              <a:uFillTx/>
              <a:latin typeface="Arial"/>
            </a:endParaRPr>
          </a:p>
        </p:txBody>
      </p:sp>
      <p:pic>
        <p:nvPicPr>
          <p:cNvPr id="29" name="Google Shape;47;p5"/>
          <p:cNvPicPr/>
          <p:nvPr/>
        </p:nvPicPr>
        <p:blipFill>
          <a:blip r:embed="rId1"/>
          <a:srcRect l="14395" t="0" r="22426" b="0"/>
          <a:stretch/>
        </p:blipFill>
        <p:spPr>
          <a:xfrm>
            <a:off x="5820120" y="1430640"/>
            <a:ext cx="5883120" cy="5083920"/>
          </a:xfrm>
          <a:prstGeom prst="rect">
            <a:avLst/>
          </a:prstGeom>
          <a:noFill/>
          <a:ln w="0">
            <a:noFill/>
          </a:ln>
        </p:spPr>
      </p:pic>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 name="Google Shape;53;p6"/>
          <p:cNvSpPr/>
          <p:nvPr/>
        </p:nvSpPr>
        <p:spPr>
          <a:xfrm>
            <a:off x="457200" y="457200"/>
            <a:ext cx="11246040" cy="73044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US" sz="3200" b="1" u="none" strike="noStrike">
                <a:solidFill>
                  <a:srgbClr val="1E2761"/>
                </a:solidFill>
                <a:effectLst/>
                <a:uFillTx/>
                <a:latin typeface="Calibri"/>
                <a:ea typeface="Calibri"/>
              </a:rPr>
              <a:t>Basic Working Architecture</a:t>
            </a:r>
            <a:endParaRPr lang="en-US" sz="3200" b="0" u="none" strike="noStrike">
              <a:solidFill>
                <a:srgbClr val="000000"/>
              </a:solidFill>
              <a:effectLst/>
              <a:uFillTx/>
              <a:latin typeface="Arial"/>
            </a:endParaRPr>
          </a:p>
        </p:txBody>
      </p:sp>
      <p:sp>
        <p:nvSpPr>
          <p:cNvPr id="31" name="Google Shape;54;p6"/>
          <p:cNvSpPr/>
          <p:nvPr/>
        </p:nvSpPr>
        <p:spPr>
          <a:xfrm>
            <a:off x="457200" y="1188720"/>
            <a:ext cx="11246040" cy="44640"/>
          </a:xfrm>
          <a:prstGeom prst="rect">
            <a:avLst/>
          </a:prstGeom>
          <a:solidFill>
            <a:srgbClr val="F96167"/>
          </a:solidFill>
          <a:ln w="12700">
            <a:solidFill>
              <a:srgbClr val="F96167"/>
            </a:solidFill>
            <a:round/>
          </a:ln>
        </p:spPr>
        <p:style>
          <a:lnRef idx="0"/>
          <a:fillRef idx="0"/>
          <a:effectRef idx="0"/>
          <a:fontRef idx="minor"/>
        </p:style>
        <p:txBody>
          <a:bodyPr lIns="90000" tIns="720" rIns="90000" bIns="720" anchor="t">
            <a:noAutofit/>
          </a:bodyPr>
          <a:p>
            <a:endParaRPr lang="en-US" sz="1400" b="0" u="none" strike="noStrike">
              <a:solidFill>
                <a:srgbClr val="FFFFFF"/>
              </a:solidFill>
              <a:effectLst/>
              <a:uFillTx/>
              <a:latin typeface="Arial"/>
            </a:endParaRPr>
          </a:p>
        </p:txBody>
      </p:sp>
      <p:sp>
        <p:nvSpPr>
          <p:cNvPr id="32" name="Google Shape;55;p6"/>
          <p:cNvSpPr/>
          <p:nvPr/>
        </p:nvSpPr>
        <p:spPr>
          <a:xfrm>
            <a:off x="731520" y="1453680"/>
            <a:ext cx="10514520" cy="45612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US" sz="1400" b="0" u="none" strike="noStrike">
                <a:solidFill>
                  <a:srgbClr val="212529"/>
                </a:solidFill>
                <a:effectLst/>
                <a:uFillTx/>
                <a:latin typeface="Calibri"/>
                <a:ea typeface="Calibri"/>
              </a:rPr>
              <a:t>Vehicle-mounted IoT system detects/identifies the abnormal vertical </a:t>
            </a:r>
            <a:r>
              <a:rPr lang="en-US" sz="1400" b="0" u="none" strike="noStrike">
                <a:solidFill>
                  <a:srgbClr val="212529"/>
                </a:solidFill>
                <a:effectLst/>
                <a:uFillTx/>
                <a:latin typeface="Calibri"/>
                <a:ea typeface="Calibri"/>
              </a:rPr>
              <a:t>acceleration caused by road potholes and associates each detected </a:t>
            </a:r>
            <a:r>
              <a:rPr lang="en-US" sz="1400" b="0" u="none" strike="noStrike">
                <a:solidFill>
                  <a:srgbClr val="212529"/>
                </a:solidFill>
                <a:effectLst/>
                <a:uFillTx/>
                <a:latin typeface="Calibri"/>
                <a:ea typeface="Calibri"/>
              </a:rPr>
              <a:t>event with its GPS location, sending the event to the backend server </a:t>
            </a:r>
            <a:r>
              <a:rPr lang="en-US" sz="1400" b="0" u="none" strike="noStrike">
                <a:solidFill>
                  <a:srgbClr val="212529"/>
                </a:solidFill>
                <a:effectLst/>
                <a:uFillTx/>
                <a:latin typeface="Calibri"/>
                <a:ea typeface="Calibri"/>
              </a:rPr>
              <a:t>to process and visualize in map. </a:t>
            </a:r>
            <a:endParaRPr lang="en-US" sz="1400" b="0" u="none" strike="noStrike">
              <a:solidFill>
                <a:srgbClr val="000000"/>
              </a:solidFill>
              <a:effectLst/>
              <a:uFillTx/>
              <a:latin typeface="Arial"/>
            </a:endParaRPr>
          </a:p>
        </p:txBody>
      </p:sp>
      <p:sp>
        <p:nvSpPr>
          <p:cNvPr id="33" name="Google Shape;56;p6"/>
          <p:cNvSpPr/>
          <p:nvPr/>
        </p:nvSpPr>
        <p:spPr>
          <a:xfrm>
            <a:off x="1371600" y="2560320"/>
            <a:ext cx="1827720" cy="639000"/>
          </a:xfrm>
          <a:prstGeom prst="roundRect">
            <a:avLst>
              <a:gd name="adj" fmla="val 16667"/>
            </a:avLst>
          </a:prstGeom>
          <a:solidFill>
            <a:srgbClr val="F8F9FA"/>
          </a:solidFill>
          <a:ln w="12700">
            <a:solidFill>
              <a:srgbClr val="1E2761"/>
            </a:solidFill>
            <a:round/>
          </a:ln>
        </p:spPr>
        <p:style>
          <a:lnRef idx="0"/>
          <a:fillRef idx="0"/>
          <a:effectRef idx="0"/>
          <a:fontRef idx="minor"/>
        </p:style>
        <p:txBody>
          <a:bodyPr lIns="90000" tIns="45000" rIns="90000" bIns="45000" anchor="t">
            <a:noAutofit/>
          </a:bodyPr>
          <a:p>
            <a:endParaRPr lang="en-US" sz="1400" b="0" u="none" strike="noStrike">
              <a:solidFill>
                <a:srgbClr val="000000"/>
              </a:solidFill>
              <a:effectLst/>
              <a:uFillTx/>
              <a:latin typeface="Arial"/>
            </a:endParaRPr>
          </a:p>
        </p:txBody>
      </p:sp>
      <p:sp>
        <p:nvSpPr>
          <p:cNvPr id="34" name="Google Shape;57;p6"/>
          <p:cNvSpPr/>
          <p:nvPr/>
        </p:nvSpPr>
        <p:spPr>
          <a:xfrm>
            <a:off x="1371960" y="2697480"/>
            <a:ext cx="1827720" cy="364680"/>
          </a:xfrm>
          <a:prstGeom prst="rect">
            <a:avLst/>
          </a:prstGeom>
          <a:noFill/>
          <a:ln w="0">
            <a:noFill/>
          </a:ln>
        </p:spPr>
        <p:style>
          <a:lnRef idx="0"/>
          <a:fillRef idx="0"/>
          <a:effectRef idx="0"/>
          <a:fontRef idx="minor"/>
        </p:style>
        <p:txBody>
          <a:bodyPr lIns="0" tIns="0" rIns="0" bIns="0" anchor="ctr">
            <a:noAutofit/>
          </a:bodyPr>
          <a:p>
            <a:pPr algn="ctr">
              <a:lnSpc>
                <a:spcPct val="100000"/>
              </a:lnSpc>
              <a:tabLst>
                <a:tab pos="0" algn="l"/>
              </a:tabLst>
            </a:pPr>
            <a:r>
              <a:rPr lang="en-US" sz="1300" b="1" u="none" strike="noStrike">
                <a:solidFill>
                  <a:srgbClr val="000000"/>
                </a:solidFill>
                <a:effectLst/>
                <a:uFillTx/>
                <a:latin typeface="Calibri"/>
                <a:ea typeface="Calibri"/>
              </a:rPr>
              <a:t>Vehicle</a:t>
            </a:r>
            <a:endParaRPr lang="en-US" sz="1300" b="0" u="none" strike="noStrike">
              <a:solidFill>
                <a:srgbClr val="000000"/>
              </a:solidFill>
              <a:effectLst/>
              <a:uFillTx/>
              <a:latin typeface="Arial"/>
            </a:endParaRPr>
          </a:p>
        </p:txBody>
      </p:sp>
      <p:cxnSp>
        <p:nvCxnSpPr>
          <p:cNvPr id="35" name="Google Shape;58;p6"/>
          <p:cNvCxnSpPr/>
          <p:nvPr/>
        </p:nvCxnSpPr>
        <p:spPr>
          <a:xfrm>
            <a:off x="3200400" y="2880360"/>
            <a:ext cx="457920" cy="1080"/>
          </a:xfrm>
          <a:prstGeom prst="straightConnector1">
            <a:avLst/>
          </a:prstGeom>
          <a:ln w="19050">
            <a:solidFill>
              <a:srgbClr val="1E2761"/>
            </a:solidFill>
            <a:round/>
            <a:headEnd len="med" type="stealth" w="med"/>
          </a:ln>
        </p:spPr>
      </p:cxnSp>
      <p:sp>
        <p:nvSpPr>
          <p:cNvPr id="36" name="Google Shape;59;p6"/>
          <p:cNvSpPr/>
          <p:nvPr/>
        </p:nvSpPr>
        <p:spPr>
          <a:xfrm>
            <a:off x="3657600" y="2560320"/>
            <a:ext cx="1827720" cy="639000"/>
          </a:xfrm>
          <a:prstGeom prst="roundRect">
            <a:avLst>
              <a:gd name="adj" fmla="val 16667"/>
            </a:avLst>
          </a:prstGeom>
          <a:solidFill>
            <a:srgbClr val="F8F9FA"/>
          </a:solidFill>
          <a:ln w="12700">
            <a:solidFill>
              <a:srgbClr val="1E2761"/>
            </a:solidFill>
            <a:round/>
          </a:ln>
        </p:spPr>
        <p:style>
          <a:lnRef idx="0"/>
          <a:fillRef idx="0"/>
          <a:effectRef idx="0"/>
          <a:fontRef idx="minor"/>
        </p:style>
        <p:txBody>
          <a:bodyPr lIns="90000" tIns="45000" rIns="90000" bIns="45000" anchor="t">
            <a:noAutofit/>
          </a:bodyPr>
          <a:p>
            <a:endParaRPr lang="en-US" sz="1400" b="0" u="none" strike="noStrike">
              <a:solidFill>
                <a:srgbClr val="000000"/>
              </a:solidFill>
              <a:effectLst/>
              <a:uFillTx/>
              <a:latin typeface="Arial"/>
            </a:endParaRPr>
          </a:p>
        </p:txBody>
      </p:sp>
      <p:sp>
        <p:nvSpPr>
          <p:cNvPr id="37" name="Google Shape;60;p6"/>
          <p:cNvSpPr/>
          <p:nvPr/>
        </p:nvSpPr>
        <p:spPr>
          <a:xfrm>
            <a:off x="3657600" y="2697480"/>
            <a:ext cx="1827720" cy="364680"/>
          </a:xfrm>
          <a:prstGeom prst="rect">
            <a:avLst/>
          </a:prstGeom>
          <a:noFill/>
          <a:ln w="0">
            <a:noFill/>
          </a:ln>
        </p:spPr>
        <p:style>
          <a:lnRef idx="0"/>
          <a:fillRef idx="0"/>
          <a:effectRef idx="0"/>
          <a:fontRef idx="minor"/>
        </p:style>
        <p:txBody>
          <a:bodyPr lIns="0" tIns="0" rIns="0" bIns="0" anchor="ctr">
            <a:noAutofit/>
          </a:bodyPr>
          <a:p>
            <a:pPr algn="ctr">
              <a:lnSpc>
                <a:spcPct val="100000"/>
              </a:lnSpc>
              <a:tabLst>
                <a:tab pos="0" algn="l"/>
              </a:tabLst>
            </a:pPr>
            <a:r>
              <a:rPr lang="en-US" sz="1300" b="1" u="none" strike="noStrike">
                <a:solidFill>
                  <a:srgbClr val="000000"/>
                </a:solidFill>
                <a:effectLst/>
                <a:uFillTx/>
                <a:latin typeface="Calibri"/>
                <a:ea typeface="Calibri"/>
              </a:rPr>
              <a:t>Accelerometer</a:t>
            </a:r>
            <a:endParaRPr lang="en-US" sz="1300" b="0" u="none" strike="noStrike">
              <a:solidFill>
                <a:srgbClr val="000000"/>
              </a:solidFill>
              <a:effectLst/>
              <a:uFillTx/>
              <a:latin typeface="Arial"/>
            </a:endParaRPr>
          </a:p>
        </p:txBody>
      </p:sp>
      <p:cxnSp>
        <p:nvCxnSpPr>
          <p:cNvPr id="38" name="Google Shape;61;p6"/>
          <p:cNvCxnSpPr/>
          <p:nvPr/>
        </p:nvCxnSpPr>
        <p:spPr>
          <a:xfrm>
            <a:off x="5486400" y="2880360"/>
            <a:ext cx="457920" cy="1080"/>
          </a:xfrm>
          <a:prstGeom prst="straightConnector1">
            <a:avLst/>
          </a:prstGeom>
          <a:ln w="19050">
            <a:solidFill>
              <a:srgbClr val="1E2761"/>
            </a:solidFill>
            <a:round/>
            <a:headEnd len="med" type="stealth" w="med"/>
          </a:ln>
        </p:spPr>
      </p:cxnSp>
      <p:sp>
        <p:nvSpPr>
          <p:cNvPr id="39" name="Google Shape;62;p6"/>
          <p:cNvSpPr/>
          <p:nvPr/>
        </p:nvSpPr>
        <p:spPr>
          <a:xfrm>
            <a:off x="5943600" y="2560320"/>
            <a:ext cx="1644840" cy="639000"/>
          </a:xfrm>
          <a:prstGeom prst="roundRect">
            <a:avLst>
              <a:gd name="adj" fmla="val 16667"/>
            </a:avLst>
          </a:prstGeom>
          <a:solidFill>
            <a:srgbClr val="F8F9FA"/>
          </a:solidFill>
          <a:ln w="12700">
            <a:solidFill>
              <a:srgbClr val="1E2761"/>
            </a:solidFill>
            <a:round/>
          </a:ln>
        </p:spPr>
        <p:style>
          <a:lnRef idx="0"/>
          <a:fillRef idx="0"/>
          <a:effectRef idx="0"/>
          <a:fontRef idx="minor"/>
        </p:style>
        <p:txBody>
          <a:bodyPr lIns="90000" tIns="45000" rIns="90000" bIns="45000" anchor="t">
            <a:noAutofit/>
          </a:bodyPr>
          <a:p>
            <a:endParaRPr lang="en-US" sz="1400" b="0" u="none" strike="noStrike">
              <a:solidFill>
                <a:srgbClr val="000000"/>
              </a:solidFill>
              <a:effectLst/>
              <a:uFillTx/>
              <a:latin typeface="Arial"/>
            </a:endParaRPr>
          </a:p>
        </p:txBody>
      </p:sp>
      <p:sp>
        <p:nvSpPr>
          <p:cNvPr id="40" name="Google Shape;63;p6"/>
          <p:cNvSpPr/>
          <p:nvPr/>
        </p:nvSpPr>
        <p:spPr>
          <a:xfrm>
            <a:off x="5943600" y="2697480"/>
            <a:ext cx="1644840" cy="364680"/>
          </a:xfrm>
          <a:prstGeom prst="rect">
            <a:avLst/>
          </a:prstGeom>
          <a:noFill/>
          <a:ln w="0">
            <a:noFill/>
          </a:ln>
        </p:spPr>
        <p:style>
          <a:lnRef idx="0"/>
          <a:fillRef idx="0"/>
          <a:effectRef idx="0"/>
          <a:fontRef idx="minor"/>
        </p:style>
        <p:txBody>
          <a:bodyPr lIns="0" tIns="0" rIns="0" bIns="0" anchor="ctr">
            <a:noAutofit/>
          </a:bodyPr>
          <a:p>
            <a:pPr algn="ctr">
              <a:lnSpc>
                <a:spcPct val="100000"/>
              </a:lnSpc>
              <a:tabLst>
                <a:tab pos="0" algn="l"/>
              </a:tabLst>
            </a:pPr>
            <a:r>
              <a:rPr lang="en-US" sz="1300" b="1" u="none" strike="noStrike">
                <a:solidFill>
                  <a:srgbClr val="000000"/>
                </a:solidFill>
                <a:effectLst/>
                <a:uFillTx/>
                <a:latin typeface="Calibri"/>
                <a:ea typeface="Calibri"/>
              </a:rPr>
              <a:t>ESP32</a:t>
            </a:r>
            <a:endParaRPr lang="en-US" sz="1300" b="0" u="none" strike="noStrike">
              <a:solidFill>
                <a:srgbClr val="000000"/>
              </a:solidFill>
              <a:effectLst/>
              <a:uFillTx/>
              <a:latin typeface="Arial"/>
            </a:endParaRPr>
          </a:p>
        </p:txBody>
      </p:sp>
      <p:cxnSp>
        <p:nvCxnSpPr>
          <p:cNvPr id="41" name="Google Shape;64;p6"/>
          <p:cNvCxnSpPr/>
          <p:nvPr/>
        </p:nvCxnSpPr>
        <p:spPr>
          <a:xfrm>
            <a:off x="7589520" y="2880360"/>
            <a:ext cx="457920" cy="1080"/>
          </a:xfrm>
          <a:prstGeom prst="straightConnector1">
            <a:avLst/>
          </a:prstGeom>
          <a:ln w="19050">
            <a:solidFill>
              <a:srgbClr val="1E2761"/>
            </a:solidFill>
            <a:round/>
            <a:headEnd len="med" type="stealth" w="med"/>
          </a:ln>
        </p:spPr>
      </p:cxnSp>
      <p:sp>
        <p:nvSpPr>
          <p:cNvPr id="42" name="Google Shape;65;p6"/>
          <p:cNvSpPr/>
          <p:nvPr/>
        </p:nvSpPr>
        <p:spPr>
          <a:xfrm>
            <a:off x="8046720" y="2560320"/>
            <a:ext cx="1644840" cy="639000"/>
          </a:xfrm>
          <a:prstGeom prst="roundRect">
            <a:avLst>
              <a:gd name="adj" fmla="val 16667"/>
            </a:avLst>
          </a:prstGeom>
          <a:solidFill>
            <a:srgbClr val="F8F9FA"/>
          </a:solidFill>
          <a:ln w="12700">
            <a:solidFill>
              <a:srgbClr val="1E2761"/>
            </a:solidFill>
            <a:round/>
          </a:ln>
        </p:spPr>
        <p:style>
          <a:lnRef idx="0"/>
          <a:fillRef idx="0"/>
          <a:effectRef idx="0"/>
          <a:fontRef idx="minor"/>
        </p:style>
        <p:txBody>
          <a:bodyPr lIns="90000" tIns="45000" rIns="90000" bIns="45000" anchor="t">
            <a:noAutofit/>
          </a:bodyPr>
          <a:p>
            <a:endParaRPr lang="en-US" sz="1400" b="0" u="none" strike="noStrike">
              <a:solidFill>
                <a:srgbClr val="000000"/>
              </a:solidFill>
              <a:effectLst/>
              <a:uFillTx/>
              <a:latin typeface="Arial"/>
            </a:endParaRPr>
          </a:p>
        </p:txBody>
      </p:sp>
      <p:sp>
        <p:nvSpPr>
          <p:cNvPr id="43" name="Google Shape;66;p6"/>
          <p:cNvSpPr/>
          <p:nvPr/>
        </p:nvSpPr>
        <p:spPr>
          <a:xfrm>
            <a:off x="8046720" y="2697480"/>
            <a:ext cx="1644840" cy="364680"/>
          </a:xfrm>
          <a:prstGeom prst="rect">
            <a:avLst/>
          </a:prstGeom>
          <a:noFill/>
          <a:ln w="0">
            <a:noFill/>
          </a:ln>
        </p:spPr>
        <p:style>
          <a:lnRef idx="0"/>
          <a:fillRef idx="0"/>
          <a:effectRef idx="0"/>
          <a:fontRef idx="minor"/>
        </p:style>
        <p:txBody>
          <a:bodyPr lIns="0" tIns="0" rIns="0" bIns="0" anchor="ctr">
            <a:noAutofit/>
          </a:bodyPr>
          <a:p>
            <a:pPr algn="ctr">
              <a:lnSpc>
                <a:spcPct val="100000"/>
              </a:lnSpc>
              <a:tabLst>
                <a:tab pos="0" algn="l"/>
              </a:tabLst>
            </a:pPr>
            <a:r>
              <a:rPr lang="en-US" sz="1300" b="1" u="none" strike="noStrike">
                <a:solidFill>
                  <a:srgbClr val="000000"/>
                </a:solidFill>
                <a:effectLst/>
                <a:uFillTx/>
                <a:latin typeface="Calibri"/>
                <a:ea typeface="Calibri"/>
              </a:rPr>
              <a:t>GPS</a:t>
            </a:r>
            <a:endParaRPr lang="en-US" sz="1300" b="0" u="none" strike="noStrike">
              <a:solidFill>
                <a:srgbClr val="000000"/>
              </a:solidFill>
              <a:effectLst/>
              <a:uFillTx/>
              <a:latin typeface="Arial"/>
            </a:endParaRPr>
          </a:p>
        </p:txBody>
      </p:sp>
      <p:cxnSp>
        <p:nvCxnSpPr>
          <p:cNvPr id="44" name="Google Shape;67;p6"/>
          <p:cNvCxnSpPr/>
          <p:nvPr/>
        </p:nvCxnSpPr>
        <p:spPr>
          <a:xfrm>
            <a:off x="6766560" y="3200400"/>
            <a:ext cx="1080" cy="732240"/>
          </a:xfrm>
          <a:prstGeom prst="straightConnector1">
            <a:avLst/>
          </a:prstGeom>
          <a:ln w="19050">
            <a:solidFill>
              <a:srgbClr val="1E2761"/>
            </a:solidFill>
            <a:round/>
            <a:headEnd len="med" type="stealth" w="med"/>
          </a:ln>
        </p:spPr>
      </p:cxnSp>
      <p:sp>
        <p:nvSpPr>
          <p:cNvPr id="45" name="Google Shape;68;p6"/>
          <p:cNvSpPr/>
          <p:nvPr/>
        </p:nvSpPr>
        <p:spPr>
          <a:xfrm>
            <a:off x="5943600" y="3931920"/>
            <a:ext cx="1827720" cy="639000"/>
          </a:xfrm>
          <a:prstGeom prst="roundRect">
            <a:avLst>
              <a:gd name="adj" fmla="val 16667"/>
            </a:avLst>
          </a:prstGeom>
          <a:solidFill>
            <a:srgbClr val="F8F9FA"/>
          </a:solidFill>
          <a:ln w="12700">
            <a:solidFill>
              <a:srgbClr val="1E2761"/>
            </a:solidFill>
            <a:round/>
          </a:ln>
        </p:spPr>
        <p:style>
          <a:lnRef idx="0"/>
          <a:fillRef idx="0"/>
          <a:effectRef idx="0"/>
          <a:fontRef idx="minor"/>
        </p:style>
        <p:txBody>
          <a:bodyPr lIns="90000" tIns="45000" rIns="90000" bIns="45000" anchor="t">
            <a:noAutofit/>
          </a:bodyPr>
          <a:p>
            <a:endParaRPr lang="en-US" sz="1400" b="0" u="none" strike="noStrike">
              <a:solidFill>
                <a:srgbClr val="000000"/>
              </a:solidFill>
              <a:effectLst/>
              <a:uFillTx/>
              <a:latin typeface="Arial"/>
            </a:endParaRPr>
          </a:p>
        </p:txBody>
      </p:sp>
      <p:sp>
        <p:nvSpPr>
          <p:cNvPr id="46" name="Google Shape;69;p6"/>
          <p:cNvSpPr/>
          <p:nvPr/>
        </p:nvSpPr>
        <p:spPr>
          <a:xfrm>
            <a:off x="5943600" y="4069440"/>
            <a:ext cx="1827720" cy="364680"/>
          </a:xfrm>
          <a:prstGeom prst="rect">
            <a:avLst/>
          </a:prstGeom>
          <a:noFill/>
          <a:ln w="0">
            <a:noFill/>
          </a:ln>
        </p:spPr>
        <p:style>
          <a:lnRef idx="0"/>
          <a:fillRef idx="0"/>
          <a:effectRef idx="0"/>
          <a:fontRef idx="minor"/>
        </p:style>
        <p:txBody>
          <a:bodyPr lIns="0" tIns="0" rIns="0" bIns="0" anchor="ctr">
            <a:noAutofit/>
          </a:bodyPr>
          <a:p>
            <a:pPr algn="ctr">
              <a:lnSpc>
                <a:spcPct val="100000"/>
              </a:lnSpc>
              <a:tabLst>
                <a:tab pos="0" algn="l"/>
              </a:tabLst>
            </a:pPr>
            <a:r>
              <a:rPr lang="en-US" sz="1300" b="1" u="none" strike="noStrike">
                <a:solidFill>
                  <a:srgbClr val="000000"/>
                </a:solidFill>
                <a:effectLst/>
                <a:uFillTx/>
                <a:latin typeface="Calibri"/>
                <a:ea typeface="Calibri"/>
              </a:rPr>
              <a:t>Wi-Fi/4G/BLUETOOTH</a:t>
            </a:r>
            <a:endParaRPr lang="en-US" sz="1300" b="0" u="none" strike="noStrike">
              <a:solidFill>
                <a:srgbClr val="000000"/>
              </a:solidFill>
              <a:effectLst/>
              <a:uFillTx/>
              <a:latin typeface="Arial"/>
            </a:endParaRPr>
          </a:p>
        </p:txBody>
      </p:sp>
      <p:cxnSp>
        <p:nvCxnSpPr>
          <p:cNvPr id="47" name="Google Shape;70;p6"/>
          <p:cNvCxnSpPr/>
          <p:nvPr/>
        </p:nvCxnSpPr>
        <p:spPr>
          <a:xfrm>
            <a:off x="6766560" y="4572000"/>
            <a:ext cx="1080" cy="732240"/>
          </a:xfrm>
          <a:prstGeom prst="straightConnector1">
            <a:avLst/>
          </a:prstGeom>
          <a:ln w="19050">
            <a:solidFill>
              <a:srgbClr val="1E2761"/>
            </a:solidFill>
            <a:round/>
            <a:headEnd len="med" type="stealth" w="med"/>
          </a:ln>
        </p:spPr>
      </p:cxnSp>
      <p:sp>
        <p:nvSpPr>
          <p:cNvPr id="48" name="Google Shape;71;p6"/>
          <p:cNvSpPr/>
          <p:nvPr/>
        </p:nvSpPr>
        <p:spPr>
          <a:xfrm>
            <a:off x="5760720" y="5303520"/>
            <a:ext cx="2010600" cy="639000"/>
          </a:xfrm>
          <a:prstGeom prst="roundRect">
            <a:avLst>
              <a:gd name="adj" fmla="val 16667"/>
            </a:avLst>
          </a:prstGeom>
          <a:solidFill>
            <a:srgbClr val="F8F9FA"/>
          </a:solidFill>
          <a:ln w="12700">
            <a:solidFill>
              <a:srgbClr val="1E2761"/>
            </a:solidFill>
            <a:round/>
          </a:ln>
        </p:spPr>
        <p:style>
          <a:lnRef idx="0"/>
          <a:fillRef idx="0"/>
          <a:effectRef idx="0"/>
          <a:fontRef idx="minor"/>
        </p:style>
        <p:txBody>
          <a:bodyPr lIns="90000" tIns="45000" rIns="90000" bIns="45000" anchor="t">
            <a:noAutofit/>
          </a:bodyPr>
          <a:p>
            <a:endParaRPr lang="en-US" sz="1400" b="0" u="none" strike="noStrike">
              <a:solidFill>
                <a:srgbClr val="000000"/>
              </a:solidFill>
              <a:effectLst/>
              <a:uFillTx/>
              <a:latin typeface="Arial"/>
            </a:endParaRPr>
          </a:p>
        </p:txBody>
      </p:sp>
      <p:sp>
        <p:nvSpPr>
          <p:cNvPr id="49" name="Google Shape;72;p6"/>
          <p:cNvSpPr/>
          <p:nvPr/>
        </p:nvSpPr>
        <p:spPr>
          <a:xfrm>
            <a:off x="5760720" y="5440680"/>
            <a:ext cx="2010600" cy="364680"/>
          </a:xfrm>
          <a:prstGeom prst="rect">
            <a:avLst/>
          </a:prstGeom>
          <a:noFill/>
          <a:ln w="0">
            <a:noFill/>
          </a:ln>
        </p:spPr>
        <p:style>
          <a:lnRef idx="0"/>
          <a:fillRef idx="0"/>
          <a:effectRef idx="0"/>
          <a:fontRef idx="minor"/>
        </p:style>
        <p:txBody>
          <a:bodyPr lIns="0" tIns="0" rIns="0" bIns="0" anchor="ctr">
            <a:noAutofit/>
          </a:bodyPr>
          <a:p>
            <a:pPr algn="ctr">
              <a:lnSpc>
                <a:spcPct val="100000"/>
              </a:lnSpc>
              <a:tabLst>
                <a:tab pos="0" algn="l"/>
              </a:tabLst>
            </a:pPr>
            <a:r>
              <a:rPr lang="en-US" sz="1200" b="1" u="none" strike="noStrike">
                <a:solidFill>
                  <a:srgbClr val="000000"/>
                </a:solidFill>
                <a:effectLst/>
                <a:uFillTx/>
                <a:latin typeface="Calibri"/>
                <a:ea typeface="Calibri"/>
              </a:rPr>
              <a:t>Backend Server</a:t>
            </a:r>
            <a:endParaRPr lang="en-US" sz="1200" b="0" u="none" strike="noStrike">
              <a:solidFill>
                <a:srgbClr val="000000"/>
              </a:solidFill>
              <a:effectLst/>
              <a:uFillTx/>
              <a:latin typeface="Arial"/>
            </a:endParaRPr>
          </a:p>
        </p:txBody>
      </p:sp>
      <p:cxnSp>
        <p:nvCxnSpPr>
          <p:cNvPr id="50" name="Google Shape;73;p6"/>
          <p:cNvCxnSpPr/>
          <p:nvPr/>
        </p:nvCxnSpPr>
        <p:spPr>
          <a:xfrm>
            <a:off x="4846320" y="5623560"/>
            <a:ext cx="915120" cy="1080"/>
          </a:xfrm>
          <a:prstGeom prst="straightConnector1">
            <a:avLst/>
          </a:prstGeom>
          <a:ln w="19050">
            <a:solidFill>
              <a:srgbClr val="1E2761"/>
            </a:solidFill>
            <a:round/>
            <a:headEnd len="med" type="stealth" w="med"/>
          </a:ln>
        </p:spPr>
      </p:cxnSp>
      <p:sp>
        <p:nvSpPr>
          <p:cNvPr id="51" name="Google Shape;74;p6"/>
          <p:cNvSpPr/>
          <p:nvPr/>
        </p:nvSpPr>
        <p:spPr>
          <a:xfrm>
            <a:off x="3200400" y="5303520"/>
            <a:ext cx="1644840" cy="639000"/>
          </a:xfrm>
          <a:prstGeom prst="roundRect">
            <a:avLst>
              <a:gd name="adj" fmla="val 16667"/>
            </a:avLst>
          </a:prstGeom>
          <a:solidFill>
            <a:srgbClr val="F8F9FA"/>
          </a:solidFill>
          <a:ln w="12700">
            <a:solidFill>
              <a:srgbClr val="1E2761"/>
            </a:solidFill>
            <a:round/>
          </a:ln>
        </p:spPr>
        <p:style>
          <a:lnRef idx="0"/>
          <a:fillRef idx="0"/>
          <a:effectRef idx="0"/>
          <a:fontRef idx="minor"/>
        </p:style>
        <p:txBody>
          <a:bodyPr lIns="90000" tIns="45000" rIns="90000" bIns="45000" anchor="t">
            <a:noAutofit/>
          </a:bodyPr>
          <a:p>
            <a:endParaRPr lang="en-US" sz="1400" b="0" u="none" strike="noStrike">
              <a:solidFill>
                <a:srgbClr val="000000"/>
              </a:solidFill>
              <a:effectLst/>
              <a:uFillTx/>
              <a:latin typeface="Arial"/>
            </a:endParaRPr>
          </a:p>
        </p:txBody>
      </p:sp>
      <p:sp>
        <p:nvSpPr>
          <p:cNvPr id="52" name="Google Shape;75;p6"/>
          <p:cNvSpPr/>
          <p:nvPr/>
        </p:nvSpPr>
        <p:spPr>
          <a:xfrm>
            <a:off x="3200400" y="5440680"/>
            <a:ext cx="1644840" cy="364680"/>
          </a:xfrm>
          <a:prstGeom prst="rect">
            <a:avLst/>
          </a:prstGeom>
          <a:noFill/>
          <a:ln w="0">
            <a:noFill/>
          </a:ln>
        </p:spPr>
        <p:style>
          <a:lnRef idx="0"/>
          <a:fillRef idx="0"/>
          <a:effectRef idx="0"/>
          <a:fontRef idx="minor"/>
        </p:style>
        <p:txBody>
          <a:bodyPr lIns="0" tIns="0" rIns="0" bIns="0" anchor="ctr">
            <a:noAutofit/>
          </a:bodyPr>
          <a:p>
            <a:pPr algn="ctr">
              <a:lnSpc>
                <a:spcPct val="100000"/>
              </a:lnSpc>
              <a:tabLst>
                <a:tab pos="0" algn="l"/>
              </a:tabLst>
            </a:pPr>
            <a:r>
              <a:rPr lang="en-US" sz="1200" b="1" u="none" strike="noStrike">
                <a:solidFill>
                  <a:srgbClr val="000000"/>
                </a:solidFill>
                <a:effectLst/>
                <a:uFillTx/>
                <a:latin typeface="Calibri"/>
                <a:ea typeface="Calibri"/>
              </a:rPr>
              <a:t>Database</a:t>
            </a:r>
            <a:endParaRPr lang="en-US" sz="1200" b="0" u="none" strike="noStrike">
              <a:solidFill>
                <a:srgbClr val="000000"/>
              </a:solidFill>
              <a:effectLst/>
              <a:uFillTx/>
              <a:latin typeface="Arial"/>
            </a:endParaRPr>
          </a:p>
        </p:txBody>
      </p:sp>
      <p:cxnSp>
        <p:nvCxnSpPr>
          <p:cNvPr id="53" name="Google Shape;76;p6"/>
          <p:cNvCxnSpPr/>
          <p:nvPr/>
        </p:nvCxnSpPr>
        <p:spPr>
          <a:xfrm>
            <a:off x="7772400" y="5623560"/>
            <a:ext cx="915120" cy="1080"/>
          </a:xfrm>
          <a:prstGeom prst="straightConnector1">
            <a:avLst/>
          </a:prstGeom>
          <a:ln w="19050">
            <a:solidFill>
              <a:srgbClr val="1E2761"/>
            </a:solidFill>
            <a:round/>
            <a:headEnd len="med" type="stealth" w="med"/>
          </a:ln>
        </p:spPr>
      </p:cxnSp>
      <p:sp>
        <p:nvSpPr>
          <p:cNvPr id="54" name="Google Shape;77;p6"/>
          <p:cNvSpPr/>
          <p:nvPr/>
        </p:nvSpPr>
        <p:spPr>
          <a:xfrm>
            <a:off x="8686800" y="5303520"/>
            <a:ext cx="1827720" cy="639000"/>
          </a:xfrm>
          <a:prstGeom prst="roundRect">
            <a:avLst>
              <a:gd name="adj" fmla="val 16667"/>
            </a:avLst>
          </a:prstGeom>
          <a:solidFill>
            <a:srgbClr val="F8F9FA"/>
          </a:solidFill>
          <a:ln w="12700">
            <a:solidFill>
              <a:srgbClr val="1E2761"/>
            </a:solidFill>
            <a:round/>
          </a:ln>
        </p:spPr>
        <p:style>
          <a:lnRef idx="0"/>
          <a:fillRef idx="0"/>
          <a:effectRef idx="0"/>
          <a:fontRef idx="minor"/>
        </p:style>
        <p:txBody>
          <a:bodyPr lIns="90000" tIns="45000" rIns="90000" bIns="45000" anchor="t">
            <a:noAutofit/>
          </a:bodyPr>
          <a:p>
            <a:endParaRPr lang="en-US" sz="1400" b="0" u="none" strike="noStrike">
              <a:solidFill>
                <a:srgbClr val="000000"/>
              </a:solidFill>
              <a:effectLst/>
              <a:uFillTx/>
              <a:latin typeface="Arial"/>
            </a:endParaRPr>
          </a:p>
        </p:txBody>
      </p:sp>
      <p:sp>
        <p:nvSpPr>
          <p:cNvPr id="55" name="Google Shape;78;p6"/>
          <p:cNvSpPr/>
          <p:nvPr/>
        </p:nvSpPr>
        <p:spPr>
          <a:xfrm>
            <a:off x="8686800" y="5440680"/>
            <a:ext cx="1827720" cy="364680"/>
          </a:xfrm>
          <a:prstGeom prst="rect">
            <a:avLst/>
          </a:prstGeom>
          <a:noFill/>
          <a:ln w="0">
            <a:noFill/>
          </a:ln>
        </p:spPr>
        <p:style>
          <a:lnRef idx="0"/>
          <a:fillRef idx="0"/>
          <a:effectRef idx="0"/>
          <a:fontRef idx="minor"/>
        </p:style>
        <p:txBody>
          <a:bodyPr lIns="0" tIns="0" rIns="0" bIns="0" anchor="ctr">
            <a:noAutofit/>
          </a:bodyPr>
          <a:p>
            <a:pPr algn="ctr">
              <a:lnSpc>
                <a:spcPct val="100000"/>
              </a:lnSpc>
              <a:tabLst>
                <a:tab pos="0" algn="l"/>
              </a:tabLst>
            </a:pPr>
            <a:r>
              <a:rPr lang="en-US" sz="1200" b="1" u="none" strike="noStrike">
                <a:solidFill>
                  <a:srgbClr val="000000"/>
                </a:solidFill>
                <a:effectLst/>
                <a:uFillTx/>
                <a:latin typeface="Calibri"/>
                <a:ea typeface="Calibri"/>
              </a:rPr>
              <a:t>Dashboard</a:t>
            </a:r>
            <a:endParaRPr lang="en-US" sz="1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6" name="Google Shape;84;p7"/>
          <p:cNvSpPr/>
          <p:nvPr/>
        </p:nvSpPr>
        <p:spPr>
          <a:xfrm>
            <a:off x="457200" y="457200"/>
            <a:ext cx="11246040" cy="73044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US" sz="3200" b="1" u="none" strike="noStrike">
                <a:solidFill>
                  <a:srgbClr val="1E2761"/>
                </a:solidFill>
                <a:effectLst/>
                <a:uFillTx/>
                <a:latin typeface="Calibri"/>
                <a:ea typeface="Calibri"/>
              </a:rPr>
              <a:t>Hardware Used</a:t>
            </a:r>
            <a:endParaRPr lang="en-US" sz="3200" b="0" u="none" strike="noStrike">
              <a:solidFill>
                <a:srgbClr val="000000"/>
              </a:solidFill>
              <a:effectLst/>
              <a:uFillTx/>
              <a:latin typeface="Arial"/>
            </a:endParaRPr>
          </a:p>
        </p:txBody>
      </p:sp>
      <p:sp>
        <p:nvSpPr>
          <p:cNvPr id="57" name="Google Shape;85;p7"/>
          <p:cNvSpPr/>
          <p:nvPr/>
        </p:nvSpPr>
        <p:spPr>
          <a:xfrm>
            <a:off x="457200" y="1188720"/>
            <a:ext cx="11246040" cy="44640"/>
          </a:xfrm>
          <a:prstGeom prst="rect">
            <a:avLst/>
          </a:prstGeom>
          <a:solidFill>
            <a:srgbClr val="F96167"/>
          </a:solidFill>
          <a:ln w="12700">
            <a:solidFill>
              <a:srgbClr val="F96167"/>
            </a:solidFill>
            <a:round/>
          </a:ln>
        </p:spPr>
        <p:style>
          <a:lnRef idx="0"/>
          <a:fillRef idx="0"/>
          <a:effectRef idx="0"/>
          <a:fontRef idx="minor"/>
        </p:style>
        <p:txBody>
          <a:bodyPr lIns="90000" tIns="720" rIns="90000" bIns="720" anchor="t">
            <a:noAutofit/>
          </a:bodyPr>
          <a:p>
            <a:endParaRPr lang="en-US" sz="1400" b="0" u="none" strike="noStrike">
              <a:solidFill>
                <a:srgbClr val="FFFFFF"/>
              </a:solidFill>
              <a:effectLst/>
              <a:uFillTx/>
              <a:latin typeface="Arial"/>
            </a:endParaRPr>
          </a:p>
        </p:txBody>
      </p:sp>
      <p:graphicFrame>
        <p:nvGraphicFramePr>
          <p:cNvPr id="58" name="Google Shape;86;p7"/>
          <p:cNvGraphicFramePr/>
          <p:nvPr/>
        </p:nvGraphicFramePr>
        <p:xfrm>
          <a:off x="731520" y="1828800"/>
          <a:ext cx="10515240" cy="3654000"/>
        </p:xfrm>
        <a:graphic>
          <a:graphicData uri="http://schemas.openxmlformats.org/drawingml/2006/table">
            <a:tbl>
              <a:tblPr/>
              <a:tblGrid>
                <a:gridCol w="2743200"/>
                <a:gridCol w="7772400"/>
              </a:tblGrid>
              <a:tr h="522000">
                <a:tc>
                  <a:txBody>
                    <a:bodyPr anchor="t">
                      <a:noAutofit/>
                    </a:bodyPr>
                    <a:p>
                      <a:pPr>
                        <a:lnSpc>
                          <a:spcPct val="100000"/>
                        </a:lnSpc>
                        <a:tabLst>
                          <a:tab pos="0" algn="l"/>
                        </a:tabLst>
                      </a:pPr>
                      <a:r>
                        <a:rPr lang="en-US" sz="1800" b="1" u="none" strike="noStrike">
                          <a:solidFill>
                            <a:srgbClr val="212529"/>
                          </a:solidFill>
                          <a:effectLst/>
                          <a:uFillTx/>
                          <a:latin typeface="Calibri"/>
                          <a:ea typeface="Calibri"/>
                        </a:rPr>
                        <a:t>Component</a:t>
                      </a:r>
                      <a:endParaRPr lang="en-US" sz="1800" b="0" u="none" strike="noStrike">
                        <a:solidFill>
                          <a:srgbClr val="000000"/>
                        </a:solidFill>
                        <a:effectLst/>
                        <a:uFillTx/>
                        <a:latin typeface="Arial"/>
                      </a:endParaRPr>
                    </a:p>
                  </a:txBody>
                  <a:tcPr anchor="t" marL="91440" marR="91440" marT="45720" marB="45720">
                    <a:lnL w="12240">
                      <a:solidFill>
                        <a:srgbClr val="1E2761"/>
                      </a:solidFill>
                      <a:prstDash val="solid"/>
                    </a:lnL>
                    <a:lnR w="12240">
                      <a:solidFill>
                        <a:srgbClr val="1E2761"/>
                      </a:solidFill>
                      <a:prstDash val="solid"/>
                    </a:lnR>
                    <a:lnT w="12240">
                      <a:solidFill>
                        <a:srgbClr val="1E2761"/>
                      </a:solidFill>
                      <a:prstDash val="solid"/>
                    </a:lnT>
                    <a:lnB w="12240">
                      <a:solidFill>
                        <a:srgbClr val="1E2761"/>
                      </a:solidFill>
                      <a:prstDash val="solid"/>
                    </a:lnB>
                    <a:solidFill>
                      <a:srgbClr val="FFFFFF"/>
                    </a:solidFill>
                  </a:tcPr>
                </a:tc>
                <a:tc>
                  <a:txBody>
                    <a:bodyPr anchor="t">
                      <a:noAutofit/>
                    </a:bodyPr>
                    <a:p>
                      <a:pPr>
                        <a:lnSpc>
                          <a:spcPct val="100000"/>
                        </a:lnSpc>
                        <a:tabLst>
                          <a:tab pos="0" algn="l"/>
                        </a:tabLst>
                      </a:pPr>
                      <a:r>
                        <a:rPr lang="en-US" sz="1800" b="1" u="none" strike="noStrike">
                          <a:solidFill>
                            <a:srgbClr val="212529"/>
                          </a:solidFill>
                          <a:effectLst/>
                          <a:uFillTx/>
                          <a:latin typeface="Calibri"/>
                          <a:ea typeface="Calibri"/>
                        </a:rPr>
                        <a:t>Purpose</a:t>
                      </a:r>
                      <a:endParaRPr lang="en-US" sz="1800" b="0" u="none" strike="noStrike">
                        <a:solidFill>
                          <a:srgbClr val="000000"/>
                        </a:solidFill>
                        <a:effectLst/>
                        <a:uFillTx/>
                        <a:latin typeface="Arial"/>
                      </a:endParaRPr>
                    </a:p>
                  </a:txBody>
                  <a:tcPr anchor="t" marL="91440" marR="91440" marT="45720" marB="45720">
                    <a:lnL w="12240">
                      <a:solidFill>
                        <a:srgbClr val="1E2761"/>
                      </a:solidFill>
                      <a:prstDash val="solid"/>
                    </a:lnL>
                    <a:lnR w="12240">
                      <a:solidFill>
                        <a:srgbClr val="1E2761"/>
                      </a:solidFill>
                      <a:prstDash val="solid"/>
                    </a:lnR>
                    <a:lnT w="12240">
                      <a:solidFill>
                        <a:srgbClr val="1E2761"/>
                      </a:solidFill>
                      <a:prstDash val="solid"/>
                    </a:lnT>
                    <a:lnB w="12240">
                      <a:solidFill>
                        <a:srgbClr val="1E2761"/>
                      </a:solidFill>
                      <a:prstDash val="solid"/>
                    </a:lnB>
                    <a:solidFill>
                      <a:srgbClr val="FFFFFF"/>
                    </a:solidFill>
                  </a:tcPr>
                </a:tc>
              </a:tr>
              <a:tr h="522000">
                <a:tc>
                  <a:txBody>
                    <a:bodyPr anchor="t">
                      <a:noAutofit/>
                    </a:bodyPr>
                    <a:p>
                      <a:pPr>
                        <a:lnSpc>
                          <a:spcPct val="100000"/>
                        </a:lnSpc>
                        <a:tabLst>
                          <a:tab pos="0" algn="l"/>
                        </a:tabLst>
                      </a:pPr>
                      <a:r>
                        <a:rPr lang="en-US" sz="1400" b="1" u="none" strike="noStrike">
                          <a:solidFill>
                            <a:srgbClr val="212529"/>
                          </a:solidFill>
                          <a:effectLst/>
                          <a:uFillTx/>
                          <a:latin typeface="Calibri"/>
                          <a:ea typeface="Calibri"/>
                        </a:rPr>
                        <a:t>ESP32</a:t>
                      </a:r>
                      <a:endParaRPr lang="en-US" sz="1400" b="0" u="none" strike="noStrike">
                        <a:solidFill>
                          <a:srgbClr val="000000"/>
                        </a:solidFill>
                        <a:effectLst/>
                        <a:uFillTx/>
                        <a:latin typeface="Arial"/>
                      </a:endParaRPr>
                    </a:p>
                  </a:txBody>
                  <a:tcPr anchor="t" marL="91440" marR="91440" marT="45720" marB="45720">
                    <a:lnL w="12240">
                      <a:solidFill>
                        <a:srgbClr val="1E2761"/>
                      </a:solidFill>
                      <a:prstDash val="solid"/>
                    </a:lnL>
                    <a:lnR w="12240">
                      <a:solidFill>
                        <a:srgbClr val="1E2761"/>
                      </a:solidFill>
                      <a:prstDash val="solid"/>
                    </a:lnR>
                    <a:lnT w="12240">
                      <a:solidFill>
                        <a:srgbClr val="1E2761"/>
                      </a:solidFill>
                      <a:prstDash val="solid"/>
                    </a:lnT>
                    <a:lnB w="12240">
                      <a:solidFill>
                        <a:srgbClr val="1E2761"/>
                      </a:solidFill>
                      <a:prstDash val="solid"/>
                    </a:lnB>
                    <a:solidFill>
                      <a:srgbClr val="FFFFFF"/>
                    </a:solidFill>
                  </a:tcPr>
                </a:tc>
                <a:tc>
                  <a:txBody>
                    <a:bodyPr anchor="t">
                      <a:noAutofit/>
                    </a:bodyPr>
                    <a:p>
                      <a:pPr>
                        <a:lnSpc>
                          <a:spcPct val="100000"/>
                        </a:lnSpc>
                        <a:tabLst>
                          <a:tab pos="0" algn="l"/>
                        </a:tabLst>
                      </a:pPr>
                      <a:r>
                        <a:rPr lang="en-US" sz="1400" b="1" u="none" strike="noStrike">
                          <a:solidFill>
                            <a:srgbClr val="212529"/>
                          </a:solidFill>
                          <a:effectLst/>
                          <a:uFillTx/>
                          <a:latin typeface="Calibri"/>
                          <a:ea typeface="Calibri"/>
                        </a:rPr>
                        <a:t>Main Microcontroller &amp; Wi-Fi</a:t>
                      </a:r>
                      <a:endParaRPr lang="en-US" sz="1400" b="0" u="none" strike="noStrike">
                        <a:solidFill>
                          <a:srgbClr val="000000"/>
                        </a:solidFill>
                        <a:effectLst/>
                        <a:uFillTx/>
                        <a:latin typeface="Arial"/>
                      </a:endParaRPr>
                    </a:p>
                  </a:txBody>
                  <a:tcPr anchor="t" marL="91440" marR="91440" marT="45720" marB="45720">
                    <a:lnL w="12240">
                      <a:solidFill>
                        <a:srgbClr val="1E2761"/>
                      </a:solidFill>
                      <a:prstDash val="solid"/>
                    </a:lnL>
                    <a:lnR w="12240">
                      <a:solidFill>
                        <a:srgbClr val="1E2761"/>
                      </a:solidFill>
                      <a:prstDash val="solid"/>
                    </a:lnR>
                    <a:lnT w="12240">
                      <a:solidFill>
                        <a:srgbClr val="1E2761"/>
                      </a:solidFill>
                      <a:prstDash val="solid"/>
                    </a:lnT>
                    <a:lnB w="12240">
                      <a:solidFill>
                        <a:srgbClr val="1E2761"/>
                      </a:solidFill>
                      <a:prstDash val="solid"/>
                    </a:lnB>
                    <a:solidFill>
                      <a:srgbClr val="FFFFFF"/>
                    </a:solidFill>
                  </a:tcPr>
                </a:tc>
              </a:tr>
              <a:tr h="522000">
                <a:tc>
                  <a:txBody>
                    <a:bodyPr anchor="t">
                      <a:noAutofit/>
                    </a:bodyPr>
                    <a:p>
                      <a:pPr>
                        <a:lnSpc>
                          <a:spcPct val="100000"/>
                        </a:lnSpc>
                        <a:tabLst>
                          <a:tab pos="0" algn="l"/>
                        </a:tabLst>
                      </a:pPr>
                      <a:r>
                        <a:rPr lang="en-US" sz="1400" b="1" u="none" strike="noStrike">
                          <a:solidFill>
                            <a:srgbClr val="212529"/>
                          </a:solidFill>
                          <a:effectLst/>
                          <a:uFillTx/>
                          <a:latin typeface="Calibri"/>
                          <a:ea typeface="Calibri"/>
                        </a:rPr>
                        <a:t>MPU6050</a:t>
                      </a:r>
                      <a:endParaRPr lang="en-US" sz="1400" b="0" u="none" strike="noStrike">
                        <a:solidFill>
                          <a:srgbClr val="000000"/>
                        </a:solidFill>
                        <a:effectLst/>
                        <a:uFillTx/>
                        <a:latin typeface="Arial"/>
                      </a:endParaRPr>
                    </a:p>
                  </a:txBody>
                  <a:tcPr anchor="t" marL="91440" marR="91440" marT="45720" marB="45720">
                    <a:lnL w="12240">
                      <a:solidFill>
                        <a:srgbClr val="1E2761"/>
                      </a:solidFill>
                      <a:prstDash val="solid"/>
                    </a:lnL>
                    <a:lnR w="12240">
                      <a:solidFill>
                        <a:srgbClr val="1E2761"/>
                      </a:solidFill>
                      <a:prstDash val="solid"/>
                    </a:lnR>
                    <a:lnT w="12240">
                      <a:solidFill>
                        <a:srgbClr val="1E2761"/>
                      </a:solidFill>
                      <a:prstDash val="solid"/>
                    </a:lnT>
                    <a:lnB w="12240">
                      <a:solidFill>
                        <a:srgbClr val="1E2761"/>
                      </a:solidFill>
                      <a:prstDash val="solid"/>
                    </a:lnB>
                    <a:solidFill>
                      <a:srgbClr val="FFFFFF"/>
                    </a:solidFill>
                  </a:tcPr>
                </a:tc>
                <a:tc>
                  <a:txBody>
                    <a:bodyPr anchor="t">
                      <a:noAutofit/>
                    </a:bodyPr>
                    <a:p>
                      <a:pPr>
                        <a:lnSpc>
                          <a:spcPct val="100000"/>
                        </a:lnSpc>
                        <a:tabLst>
                          <a:tab pos="0" algn="l"/>
                        </a:tabLst>
                      </a:pPr>
                      <a:r>
                        <a:rPr lang="en-US" sz="1400" b="1" u="none" strike="noStrike">
                          <a:solidFill>
                            <a:srgbClr val="212529"/>
                          </a:solidFill>
                          <a:effectLst/>
                          <a:uFillTx/>
                          <a:latin typeface="Calibri"/>
                          <a:ea typeface="Calibri"/>
                        </a:rPr>
                        <a:t>3-Axis Accelerometer</a:t>
                      </a:r>
                      <a:endParaRPr lang="en-US" sz="1400" b="0" u="none" strike="noStrike">
                        <a:solidFill>
                          <a:srgbClr val="000000"/>
                        </a:solidFill>
                        <a:effectLst/>
                        <a:uFillTx/>
                        <a:latin typeface="Arial"/>
                      </a:endParaRPr>
                    </a:p>
                  </a:txBody>
                  <a:tcPr anchor="t" marL="91440" marR="91440" marT="45720" marB="45720">
                    <a:lnL w="12240">
                      <a:solidFill>
                        <a:srgbClr val="1E2761"/>
                      </a:solidFill>
                      <a:prstDash val="solid"/>
                    </a:lnL>
                    <a:lnR w="12240">
                      <a:solidFill>
                        <a:srgbClr val="1E2761"/>
                      </a:solidFill>
                      <a:prstDash val="solid"/>
                    </a:lnR>
                    <a:lnT w="12240">
                      <a:solidFill>
                        <a:srgbClr val="1E2761"/>
                      </a:solidFill>
                      <a:prstDash val="solid"/>
                    </a:lnT>
                    <a:lnB w="12240">
                      <a:solidFill>
                        <a:srgbClr val="1E2761"/>
                      </a:solidFill>
                      <a:prstDash val="solid"/>
                    </a:lnB>
                    <a:solidFill>
                      <a:srgbClr val="FFFFFF"/>
                    </a:solidFill>
                  </a:tcPr>
                </a:tc>
              </a:tr>
              <a:tr h="522000">
                <a:tc>
                  <a:txBody>
                    <a:bodyPr anchor="t">
                      <a:noAutofit/>
                    </a:bodyPr>
                    <a:p>
                      <a:pPr>
                        <a:lnSpc>
                          <a:spcPct val="100000"/>
                        </a:lnSpc>
                        <a:tabLst>
                          <a:tab pos="0" algn="l"/>
                        </a:tabLst>
                      </a:pPr>
                      <a:r>
                        <a:rPr lang="en-US" sz="1400" b="1" u="none" strike="noStrike">
                          <a:solidFill>
                            <a:srgbClr val="212529"/>
                          </a:solidFill>
                          <a:effectLst/>
                          <a:uFillTx/>
                          <a:latin typeface="Calibri"/>
                          <a:ea typeface="Calibri"/>
                        </a:rPr>
                        <a:t>NEO-6M GPS</a:t>
                      </a:r>
                      <a:endParaRPr lang="en-US" sz="1400" b="0" u="none" strike="noStrike">
                        <a:solidFill>
                          <a:srgbClr val="000000"/>
                        </a:solidFill>
                        <a:effectLst/>
                        <a:uFillTx/>
                        <a:latin typeface="Arial"/>
                      </a:endParaRPr>
                    </a:p>
                  </a:txBody>
                  <a:tcPr anchor="t" marL="91440" marR="91440" marT="45720" marB="45720">
                    <a:lnL w="12240">
                      <a:solidFill>
                        <a:srgbClr val="1E2761"/>
                      </a:solidFill>
                      <a:prstDash val="solid"/>
                    </a:lnL>
                    <a:lnR w="12240">
                      <a:solidFill>
                        <a:srgbClr val="1E2761"/>
                      </a:solidFill>
                      <a:prstDash val="solid"/>
                    </a:lnR>
                    <a:lnT w="12240">
                      <a:solidFill>
                        <a:srgbClr val="1E2761"/>
                      </a:solidFill>
                      <a:prstDash val="solid"/>
                    </a:lnT>
                    <a:lnB w="12240">
                      <a:solidFill>
                        <a:srgbClr val="1E2761"/>
                      </a:solidFill>
                      <a:prstDash val="solid"/>
                    </a:lnB>
                    <a:solidFill>
                      <a:srgbClr val="FFFFFF"/>
                    </a:solidFill>
                  </a:tcPr>
                </a:tc>
                <a:tc>
                  <a:txBody>
                    <a:bodyPr anchor="t">
                      <a:noAutofit/>
                    </a:bodyPr>
                    <a:p>
                      <a:pPr>
                        <a:lnSpc>
                          <a:spcPct val="100000"/>
                        </a:lnSpc>
                        <a:tabLst>
                          <a:tab pos="0" algn="l"/>
                        </a:tabLst>
                      </a:pPr>
                      <a:r>
                        <a:rPr lang="en-US" sz="1400" b="1" u="none" strike="noStrike">
                          <a:solidFill>
                            <a:srgbClr val="212529"/>
                          </a:solidFill>
                          <a:effectLst/>
                          <a:uFillTx/>
                          <a:latin typeface="Calibri"/>
                          <a:ea typeface="Calibri"/>
                        </a:rPr>
                        <a:t>Location Tracking</a:t>
                      </a:r>
                      <a:endParaRPr lang="en-US" sz="1400" b="0" u="none" strike="noStrike">
                        <a:solidFill>
                          <a:srgbClr val="000000"/>
                        </a:solidFill>
                        <a:effectLst/>
                        <a:uFillTx/>
                        <a:latin typeface="Arial"/>
                      </a:endParaRPr>
                    </a:p>
                  </a:txBody>
                  <a:tcPr anchor="t" marL="91440" marR="91440" marT="45720" marB="45720">
                    <a:lnL w="12240">
                      <a:solidFill>
                        <a:srgbClr val="1E2761"/>
                      </a:solidFill>
                      <a:prstDash val="solid"/>
                    </a:lnL>
                    <a:lnR w="12240">
                      <a:solidFill>
                        <a:srgbClr val="1E2761"/>
                      </a:solidFill>
                      <a:prstDash val="solid"/>
                    </a:lnR>
                    <a:lnT w="12240">
                      <a:solidFill>
                        <a:srgbClr val="1E2761"/>
                      </a:solidFill>
                      <a:prstDash val="solid"/>
                    </a:lnT>
                    <a:lnB w="12240">
                      <a:solidFill>
                        <a:srgbClr val="1E2761"/>
                      </a:solidFill>
                      <a:prstDash val="solid"/>
                    </a:lnB>
                    <a:solidFill>
                      <a:srgbClr val="FFFFFF"/>
                    </a:solidFill>
                  </a:tcPr>
                </a:tc>
              </a:tr>
              <a:tr h="522000">
                <a:tc>
                  <a:txBody>
                    <a:bodyPr anchor="t">
                      <a:noAutofit/>
                    </a:bodyPr>
                    <a:p>
                      <a:pPr>
                        <a:lnSpc>
                          <a:spcPct val="100000"/>
                        </a:lnSpc>
                        <a:tabLst>
                          <a:tab pos="0" algn="l"/>
                        </a:tabLst>
                      </a:pPr>
                      <a:r>
                        <a:rPr lang="en-US" sz="1400" b="1" u="none" strike="noStrike">
                          <a:solidFill>
                            <a:srgbClr val="212529"/>
                          </a:solidFill>
                          <a:effectLst/>
                          <a:uFillTx/>
                          <a:latin typeface="Calibri"/>
                          <a:ea typeface="Calibri"/>
                        </a:rPr>
                        <a:t>OLED Display</a:t>
                      </a:r>
                      <a:endParaRPr lang="en-US" sz="1400" b="0" u="none" strike="noStrike">
                        <a:solidFill>
                          <a:srgbClr val="000000"/>
                        </a:solidFill>
                        <a:effectLst/>
                        <a:uFillTx/>
                        <a:latin typeface="Arial"/>
                      </a:endParaRPr>
                    </a:p>
                  </a:txBody>
                  <a:tcPr anchor="t" marL="91440" marR="91440" marT="45720" marB="45720">
                    <a:lnL w="12240">
                      <a:solidFill>
                        <a:srgbClr val="1E2761"/>
                      </a:solidFill>
                      <a:prstDash val="solid"/>
                    </a:lnL>
                    <a:lnR w="12240">
                      <a:solidFill>
                        <a:srgbClr val="1E2761"/>
                      </a:solidFill>
                      <a:prstDash val="solid"/>
                    </a:lnR>
                    <a:lnT w="12240">
                      <a:solidFill>
                        <a:srgbClr val="1E2761"/>
                      </a:solidFill>
                      <a:prstDash val="solid"/>
                    </a:lnT>
                    <a:lnB w="12240">
                      <a:solidFill>
                        <a:srgbClr val="1E2761"/>
                      </a:solidFill>
                      <a:prstDash val="solid"/>
                    </a:lnB>
                    <a:solidFill>
                      <a:srgbClr val="FFFFFF"/>
                    </a:solidFill>
                  </a:tcPr>
                </a:tc>
                <a:tc>
                  <a:txBody>
                    <a:bodyPr anchor="t">
                      <a:noAutofit/>
                    </a:bodyPr>
                    <a:p>
                      <a:pPr>
                        <a:lnSpc>
                          <a:spcPct val="100000"/>
                        </a:lnSpc>
                        <a:tabLst>
                          <a:tab pos="0" algn="l"/>
                        </a:tabLst>
                      </a:pPr>
                      <a:r>
                        <a:rPr lang="en-US" sz="1400" b="1" u="none" strike="noStrike">
                          <a:solidFill>
                            <a:srgbClr val="212529"/>
                          </a:solidFill>
                          <a:effectLst/>
                          <a:uFillTx/>
                          <a:latin typeface="Calibri"/>
                          <a:ea typeface="Calibri"/>
                        </a:rPr>
                        <a:t>Status Display</a:t>
                      </a:r>
                      <a:endParaRPr lang="en-US" sz="1400" b="0" u="none" strike="noStrike">
                        <a:solidFill>
                          <a:srgbClr val="000000"/>
                        </a:solidFill>
                        <a:effectLst/>
                        <a:uFillTx/>
                        <a:latin typeface="Arial"/>
                      </a:endParaRPr>
                    </a:p>
                  </a:txBody>
                  <a:tcPr anchor="t" marL="91440" marR="91440" marT="45720" marB="45720">
                    <a:lnL w="12240">
                      <a:solidFill>
                        <a:srgbClr val="1E2761"/>
                      </a:solidFill>
                      <a:prstDash val="solid"/>
                    </a:lnL>
                    <a:lnR w="12240">
                      <a:solidFill>
                        <a:srgbClr val="1E2761"/>
                      </a:solidFill>
                      <a:prstDash val="solid"/>
                    </a:lnR>
                    <a:lnT w="12240">
                      <a:solidFill>
                        <a:srgbClr val="1E2761"/>
                      </a:solidFill>
                      <a:prstDash val="solid"/>
                    </a:lnT>
                    <a:lnB w="12240">
                      <a:solidFill>
                        <a:srgbClr val="1E2761"/>
                      </a:solidFill>
                      <a:prstDash val="solid"/>
                    </a:lnB>
                    <a:solidFill>
                      <a:srgbClr val="FFFFFF"/>
                    </a:solidFill>
                  </a:tcPr>
                </a:tc>
              </a:tr>
              <a:tr h="522000">
                <a:tc>
                  <a:txBody>
                    <a:bodyPr anchor="t">
                      <a:noAutofit/>
                    </a:bodyPr>
                    <a:p>
                      <a:pPr>
                        <a:lnSpc>
                          <a:spcPct val="100000"/>
                        </a:lnSpc>
                        <a:tabLst>
                          <a:tab pos="0" algn="l"/>
                        </a:tabLst>
                      </a:pPr>
                      <a:r>
                        <a:rPr lang="en-US" sz="1400" b="1" u="none" strike="noStrike">
                          <a:solidFill>
                            <a:srgbClr val="212529"/>
                          </a:solidFill>
                          <a:effectLst/>
                          <a:uFillTx/>
                          <a:latin typeface="Calibri"/>
                          <a:ea typeface="Calibri"/>
                        </a:rPr>
                        <a:t>Buzzer</a:t>
                      </a:r>
                      <a:endParaRPr lang="en-US" sz="1400" b="0" u="none" strike="noStrike">
                        <a:solidFill>
                          <a:srgbClr val="000000"/>
                        </a:solidFill>
                        <a:effectLst/>
                        <a:uFillTx/>
                        <a:latin typeface="Arial"/>
                      </a:endParaRPr>
                    </a:p>
                  </a:txBody>
                  <a:tcPr anchor="t" marL="91440" marR="91440" marT="45720" marB="45720">
                    <a:lnL w="12240">
                      <a:solidFill>
                        <a:srgbClr val="1E2761"/>
                      </a:solidFill>
                      <a:prstDash val="solid"/>
                    </a:lnL>
                    <a:lnR w="12240">
                      <a:solidFill>
                        <a:srgbClr val="1E2761"/>
                      </a:solidFill>
                      <a:prstDash val="solid"/>
                    </a:lnR>
                    <a:lnT w="12240">
                      <a:solidFill>
                        <a:srgbClr val="1E2761"/>
                      </a:solidFill>
                      <a:prstDash val="solid"/>
                    </a:lnT>
                    <a:lnB w="12240">
                      <a:solidFill>
                        <a:srgbClr val="1E2761"/>
                      </a:solidFill>
                      <a:prstDash val="solid"/>
                    </a:lnB>
                    <a:solidFill>
                      <a:srgbClr val="FFFFFF"/>
                    </a:solidFill>
                  </a:tcPr>
                </a:tc>
                <a:tc>
                  <a:txBody>
                    <a:bodyPr anchor="t">
                      <a:noAutofit/>
                    </a:bodyPr>
                    <a:p>
                      <a:pPr>
                        <a:lnSpc>
                          <a:spcPct val="100000"/>
                        </a:lnSpc>
                        <a:tabLst>
                          <a:tab pos="0" algn="l"/>
                        </a:tabLst>
                      </a:pPr>
                      <a:r>
                        <a:rPr lang="en-US" sz="1400" b="1" u="none" strike="noStrike">
                          <a:solidFill>
                            <a:srgbClr val="212529"/>
                          </a:solidFill>
                          <a:effectLst/>
                          <a:uFillTx/>
                          <a:latin typeface="Calibri"/>
                          <a:ea typeface="Calibri"/>
                        </a:rPr>
                        <a:t>Local Alert</a:t>
                      </a:r>
                      <a:endParaRPr lang="en-US" sz="1400" b="0" u="none" strike="noStrike">
                        <a:solidFill>
                          <a:srgbClr val="000000"/>
                        </a:solidFill>
                        <a:effectLst/>
                        <a:uFillTx/>
                        <a:latin typeface="Arial"/>
                      </a:endParaRPr>
                    </a:p>
                  </a:txBody>
                  <a:tcPr anchor="t" marL="91440" marR="91440" marT="45720" marB="45720">
                    <a:lnL w="12240">
                      <a:solidFill>
                        <a:srgbClr val="1E2761"/>
                      </a:solidFill>
                      <a:prstDash val="solid"/>
                    </a:lnL>
                    <a:lnR w="12240">
                      <a:solidFill>
                        <a:srgbClr val="1E2761"/>
                      </a:solidFill>
                      <a:prstDash val="solid"/>
                    </a:lnR>
                    <a:lnT w="12240">
                      <a:solidFill>
                        <a:srgbClr val="1E2761"/>
                      </a:solidFill>
                      <a:prstDash val="solid"/>
                    </a:lnT>
                    <a:lnB w="12240">
                      <a:solidFill>
                        <a:srgbClr val="1E2761"/>
                      </a:solidFill>
                      <a:prstDash val="solid"/>
                    </a:lnB>
                    <a:solidFill>
                      <a:srgbClr val="FFFFFF"/>
                    </a:solidFill>
                  </a:tcPr>
                </a:tc>
              </a:tr>
              <a:tr h="522000">
                <a:tc>
                  <a:txBody>
                    <a:bodyPr anchor="t">
                      <a:noAutofit/>
                    </a:bodyPr>
                    <a:p>
                      <a:pPr>
                        <a:lnSpc>
                          <a:spcPct val="100000"/>
                        </a:lnSpc>
                        <a:tabLst>
                          <a:tab pos="0" algn="l"/>
                        </a:tabLst>
                      </a:pPr>
                      <a:r>
                        <a:rPr lang="en-US" sz="1400" b="1" u="none" strike="noStrike">
                          <a:solidFill>
                            <a:srgbClr val="212529"/>
                          </a:solidFill>
                          <a:effectLst/>
                          <a:uFillTx/>
                          <a:latin typeface="Calibri"/>
                          <a:ea typeface="Calibri"/>
                        </a:rPr>
                        <a:t>Power Bank / Battery</a:t>
                      </a:r>
                      <a:endParaRPr lang="en-US" sz="1400" b="0" u="none" strike="noStrike">
                        <a:solidFill>
                          <a:srgbClr val="000000"/>
                        </a:solidFill>
                        <a:effectLst/>
                        <a:uFillTx/>
                        <a:latin typeface="Arial"/>
                      </a:endParaRPr>
                    </a:p>
                  </a:txBody>
                  <a:tcPr anchor="t" marL="91440" marR="91440" marT="45720" marB="45720">
                    <a:lnL w="12240">
                      <a:solidFill>
                        <a:srgbClr val="1E2761"/>
                      </a:solidFill>
                      <a:prstDash val="solid"/>
                    </a:lnL>
                    <a:lnR w="12240">
                      <a:solidFill>
                        <a:srgbClr val="1E2761"/>
                      </a:solidFill>
                      <a:prstDash val="solid"/>
                    </a:lnR>
                    <a:lnT w="12240">
                      <a:solidFill>
                        <a:srgbClr val="1E2761"/>
                      </a:solidFill>
                      <a:prstDash val="solid"/>
                    </a:lnT>
                    <a:lnB w="12240">
                      <a:solidFill>
                        <a:srgbClr val="1E2761"/>
                      </a:solidFill>
                      <a:prstDash val="solid"/>
                    </a:lnB>
                    <a:solidFill>
                      <a:srgbClr val="FFFFFF"/>
                    </a:solidFill>
                  </a:tcPr>
                </a:tc>
                <a:tc>
                  <a:txBody>
                    <a:bodyPr anchor="t">
                      <a:noAutofit/>
                    </a:bodyPr>
                    <a:p>
                      <a:pPr>
                        <a:lnSpc>
                          <a:spcPct val="100000"/>
                        </a:lnSpc>
                        <a:tabLst>
                          <a:tab pos="0" algn="l"/>
                        </a:tabLst>
                      </a:pPr>
                      <a:r>
                        <a:rPr lang="en-US" sz="1400" b="1" u="none" strike="noStrike">
                          <a:solidFill>
                            <a:srgbClr val="212529"/>
                          </a:solidFill>
                          <a:effectLst/>
                          <a:uFillTx/>
                          <a:latin typeface="Calibri"/>
                          <a:ea typeface="Calibri"/>
                        </a:rPr>
                        <a:t>Portable Power Supply</a:t>
                      </a:r>
                      <a:endParaRPr lang="en-US" sz="1400" b="0" u="none" strike="noStrike">
                        <a:solidFill>
                          <a:srgbClr val="000000"/>
                        </a:solidFill>
                        <a:effectLst/>
                        <a:uFillTx/>
                        <a:latin typeface="Arial"/>
                      </a:endParaRPr>
                    </a:p>
                  </a:txBody>
                  <a:tcPr anchor="t" marL="91440" marR="91440" marT="45720" marB="45720">
                    <a:lnL w="12240">
                      <a:solidFill>
                        <a:srgbClr val="1E2761"/>
                      </a:solidFill>
                      <a:prstDash val="solid"/>
                    </a:lnL>
                    <a:lnR w="12240">
                      <a:solidFill>
                        <a:srgbClr val="1E2761"/>
                      </a:solidFill>
                      <a:prstDash val="solid"/>
                    </a:lnR>
                    <a:lnT w="12240">
                      <a:solidFill>
                        <a:srgbClr val="1E2761"/>
                      </a:solidFill>
                      <a:prstDash val="solid"/>
                    </a:lnT>
                    <a:lnB w="12240">
                      <a:solidFill>
                        <a:srgbClr val="1E2761"/>
                      </a:solidFill>
                      <a:prstDash val="solid"/>
                    </a:lnB>
                    <a:solidFill>
                      <a:srgbClr val="FFFFFF"/>
                    </a:solidFill>
                  </a:tcPr>
                </a:tc>
              </a:tr>
            </a:tbl>
          </a:graphicData>
        </a:graphic>
      </p:graphicFrame>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9" name="Google Shape;92;p8"/>
          <p:cNvSpPr/>
          <p:nvPr/>
        </p:nvSpPr>
        <p:spPr>
          <a:xfrm>
            <a:off x="457200" y="457200"/>
            <a:ext cx="11246040" cy="73044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US" sz="3200" b="1" u="none" strike="noStrike">
                <a:solidFill>
                  <a:srgbClr val="1E2761"/>
                </a:solidFill>
                <a:effectLst/>
                <a:uFillTx/>
                <a:latin typeface="Calibri"/>
                <a:ea typeface="Calibri"/>
              </a:rPr>
              <a:t>Working Principle</a:t>
            </a:r>
            <a:endParaRPr lang="en-US" sz="3200" b="0" u="none" strike="noStrike">
              <a:solidFill>
                <a:srgbClr val="000000"/>
              </a:solidFill>
              <a:effectLst/>
              <a:uFillTx/>
              <a:latin typeface="Arial"/>
            </a:endParaRPr>
          </a:p>
        </p:txBody>
      </p:sp>
      <p:sp>
        <p:nvSpPr>
          <p:cNvPr id="60" name="Google Shape;93;p8"/>
          <p:cNvSpPr/>
          <p:nvPr/>
        </p:nvSpPr>
        <p:spPr>
          <a:xfrm>
            <a:off x="457200" y="1188720"/>
            <a:ext cx="11246040" cy="44640"/>
          </a:xfrm>
          <a:prstGeom prst="rect">
            <a:avLst/>
          </a:prstGeom>
          <a:solidFill>
            <a:srgbClr val="F96167"/>
          </a:solidFill>
          <a:ln w="12700">
            <a:solidFill>
              <a:srgbClr val="F96167"/>
            </a:solidFill>
            <a:round/>
          </a:ln>
        </p:spPr>
        <p:style>
          <a:lnRef idx="0"/>
          <a:fillRef idx="0"/>
          <a:effectRef idx="0"/>
          <a:fontRef idx="minor"/>
        </p:style>
        <p:txBody>
          <a:bodyPr lIns="90000" tIns="720" rIns="90000" bIns="720" anchor="t">
            <a:noAutofit/>
          </a:bodyPr>
          <a:p>
            <a:endParaRPr lang="en-US" sz="1400" b="0" u="none" strike="noStrike">
              <a:solidFill>
                <a:srgbClr val="FFFFFF"/>
              </a:solidFill>
              <a:effectLst/>
              <a:uFillTx/>
              <a:latin typeface="Arial"/>
            </a:endParaRPr>
          </a:p>
        </p:txBody>
      </p:sp>
      <p:sp>
        <p:nvSpPr>
          <p:cNvPr id="61" name="Google Shape;94;p8"/>
          <p:cNvSpPr/>
          <p:nvPr/>
        </p:nvSpPr>
        <p:spPr>
          <a:xfrm>
            <a:off x="731520" y="1463040"/>
            <a:ext cx="10514520" cy="80424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US" sz="1500" b="0" u="none" strike="noStrike">
                <a:solidFill>
                  <a:srgbClr val="212529"/>
                </a:solidFill>
                <a:effectLst/>
                <a:uFillTx/>
                <a:latin typeface="Calibri"/>
                <a:ea typeface="Calibri"/>
              </a:rPr>
              <a:t>The accelerometer (</a:t>
            </a:r>
            <a:r>
              <a:rPr lang="en-US" sz="1400" b="0" u="none" strike="noStrike">
                <a:solidFill>
                  <a:srgbClr val="212529"/>
                </a:solidFill>
                <a:effectLst/>
                <a:uFillTx/>
                <a:latin typeface="Calibri"/>
                <a:ea typeface="Calibri"/>
              </a:rPr>
              <a:t>MPU6050</a:t>
            </a:r>
            <a:r>
              <a:rPr lang="en-US" sz="1500" b="0" u="none" strike="noStrike">
                <a:solidFill>
                  <a:srgbClr val="212529"/>
                </a:solidFill>
                <a:effectLst/>
                <a:uFillTx/>
                <a:latin typeface="Calibri"/>
                <a:ea typeface="Calibri"/>
              </a:rPr>
              <a:t>) detects sudden changes in vertical acceleration (Z-axis) when there is a pothole on the road. These changes are further processed in the backend for a clear identification of the pothole.</a:t>
            </a:r>
            <a:endParaRPr lang="en-US" sz="1500" b="0" u="none" strike="noStrike">
              <a:solidFill>
                <a:srgbClr val="000000"/>
              </a:solidFill>
              <a:effectLst/>
              <a:uFillTx/>
              <a:latin typeface="Arial"/>
            </a:endParaRPr>
          </a:p>
        </p:txBody>
      </p:sp>
      <p:sp>
        <p:nvSpPr>
          <p:cNvPr id="62" name="Google Shape;95;p8"/>
          <p:cNvSpPr/>
          <p:nvPr/>
        </p:nvSpPr>
        <p:spPr>
          <a:xfrm>
            <a:off x="731520" y="2560320"/>
            <a:ext cx="2225160" cy="45612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US" sz="1600" b="1" u="none" strike="noStrike">
                <a:solidFill>
                  <a:srgbClr val="1E2761"/>
                </a:solidFill>
                <a:effectLst/>
                <a:uFillTx/>
                <a:latin typeface="Calibri"/>
                <a:ea typeface="Calibri"/>
              </a:rPr>
              <a:t>Detection Axes:</a:t>
            </a:r>
            <a:endParaRPr lang="en-US" sz="1600" b="0" u="none" strike="noStrike">
              <a:solidFill>
                <a:srgbClr val="000000"/>
              </a:solidFill>
              <a:effectLst/>
              <a:uFillTx/>
              <a:latin typeface="Arial"/>
            </a:endParaRPr>
          </a:p>
        </p:txBody>
      </p:sp>
      <p:sp>
        <p:nvSpPr>
          <p:cNvPr id="63" name="Google Shape;96;p8"/>
          <p:cNvSpPr/>
          <p:nvPr/>
        </p:nvSpPr>
        <p:spPr>
          <a:xfrm>
            <a:off x="914400" y="3017520"/>
            <a:ext cx="3656520" cy="36468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US" sz="1400" b="0" u="none" strike="noStrike">
                <a:solidFill>
                  <a:srgbClr val="212529"/>
                </a:solidFill>
                <a:effectLst/>
                <a:uFillTx/>
                <a:latin typeface="Calibri"/>
                <a:ea typeface="Calibri"/>
              </a:rPr>
              <a:t>• X-axis: Longitudinal</a:t>
            </a:r>
            <a:endParaRPr lang="en-US" sz="1400" b="0" u="none" strike="noStrike">
              <a:solidFill>
                <a:srgbClr val="000000"/>
              </a:solidFill>
              <a:effectLst/>
              <a:uFillTx/>
              <a:latin typeface="Arial"/>
            </a:endParaRPr>
          </a:p>
        </p:txBody>
      </p:sp>
      <p:sp>
        <p:nvSpPr>
          <p:cNvPr id="64" name="Google Shape;97;p8"/>
          <p:cNvSpPr/>
          <p:nvPr/>
        </p:nvSpPr>
        <p:spPr>
          <a:xfrm>
            <a:off x="914400" y="3383280"/>
            <a:ext cx="3656520" cy="36468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US" sz="1400" b="0" u="none" strike="noStrike">
                <a:solidFill>
                  <a:srgbClr val="212529"/>
                </a:solidFill>
                <a:effectLst/>
                <a:uFillTx/>
                <a:latin typeface="Calibri"/>
                <a:ea typeface="Calibri"/>
              </a:rPr>
              <a:t>• Y-axis: Lateral</a:t>
            </a:r>
            <a:endParaRPr lang="en-US" sz="1400" b="0" u="none" strike="noStrike">
              <a:solidFill>
                <a:srgbClr val="000000"/>
              </a:solidFill>
              <a:effectLst/>
              <a:uFillTx/>
              <a:latin typeface="Arial"/>
            </a:endParaRPr>
          </a:p>
        </p:txBody>
      </p:sp>
      <p:sp>
        <p:nvSpPr>
          <p:cNvPr id="65" name="Google Shape;98;p8"/>
          <p:cNvSpPr/>
          <p:nvPr/>
        </p:nvSpPr>
        <p:spPr>
          <a:xfrm>
            <a:off x="914400" y="3749040"/>
            <a:ext cx="3656520" cy="36468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US" sz="1400" b="0" u="none" strike="noStrike">
                <a:solidFill>
                  <a:srgbClr val="212529"/>
                </a:solidFill>
                <a:effectLst/>
                <a:uFillTx/>
                <a:latin typeface="Calibri"/>
                <a:ea typeface="Calibri"/>
              </a:rPr>
              <a:t>• Z-axis: Vertical (Critical)</a:t>
            </a:r>
            <a:endParaRPr lang="en-US" sz="1400" b="0" u="none" strike="noStrike">
              <a:solidFill>
                <a:srgbClr val="000000"/>
              </a:solidFill>
              <a:effectLst/>
              <a:uFillTx/>
              <a:latin typeface="Arial"/>
            </a:endParaRPr>
          </a:p>
        </p:txBody>
      </p:sp>
      <p:cxnSp>
        <p:nvCxnSpPr>
          <p:cNvPr id="66" name="Google Shape;99;p8"/>
          <p:cNvCxnSpPr/>
          <p:nvPr/>
        </p:nvCxnSpPr>
        <p:spPr>
          <a:xfrm>
            <a:off x="3375360" y="3702960"/>
            <a:ext cx="5029920" cy="1080"/>
          </a:xfrm>
          <a:prstGeom prst="straightConnector1">
            <a:avLst/>
          </a:prstGeom>
          <a:ln w="38100">
            <a:solidFill>
              <a:srgbClr val="1E2761"/>
            </a:solidFill>
            <a:round/>
          </a:ln>
        </p:spPr>
      </p:cxnSp>
      <p:sp>
        <p:nvSpPr>
          <p:cNvPr id="67" name="Google Shape;100;p8"/>
          <p:cNvSpPr/>
          <p:nvPr/>
        </p:nvSpPr>
        <p:spPr>
          <a:xfrm>
            <a:off x="5535000" y="3737160"/>
            <a:ext cx="1121040" cy="36468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US" sz="1200" b="1" u="none" strike="noStrike">
                <a:solidFill>
                  <a:srgbClr val="F96167"/>
                </a:solidFill>
                <a:effectLst/>
                <a:uFillTx/>
                <a:latin typeface="Calibri"/>
                <a:ea typeface="Calibri"/>
              </a:rPr>
              <a:t>No Pothole Spike</a:t>
            </a:r>
            <a:endParaRPr lang="en-US" sz="1200" b="0" u="none" strike="noStrike">
              <a:solidFill>
                <a:srgbClr val="000000"/>
              </a:solidFill>
              <a:effectLst/>
              <a:uFillTx/>
              <a:latin typeface="Arial"/>
            </a:endParaRPr>
          </a:p>
        </p:txBody>
      </p:sp>
      <p:sp>
        <p:nvSpPr>
          <p:cNvPr id="68" name="Google Shape;101;p8"/>
          <p:cNvSpPr/>
          <p:nvPr/>
        </p:nvSpPr>
        <p:spPr>
          <a:xfrm>
            <a:off x="731520" y="4480560"/>
            <a:ext cx="4570920" cy="45612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US" sz="1600" b="1" u="none" strike="noStrike">
                <a:solidFill>
                  <a:srgbClr val="1E2761"/>
                </a:solidFill>
                <a:effectLst/>
                <a:uFillTx/>
                <a:latin typeface="Calibri"/>
                <a:ea typeface="Calibri"/>
              </a:rPr>
              <a:t>False Positive Sources:</a:t>
            </a:r>
            <a:endParaRPr lang="en-US" sz="1600" b="0" u="none" strike="noStrike">
              <a:solidFill>
                <a:srgbClr val="000000"/>
              </a:solidFill>
              <a:effectLst/>
              <a:uFillTx/>
              <a:latin typeface="Arial"/>
            </a:endParaRPr>
          </a:p>
        </p:txBody>
      </p:sp>
      <p:sp>
        <p:nvSpPr>
          <p:cNvPr id="69" name="Google Shape;102;p8"/>
          <p:cNvSpPr/>
          <p:nvPr/>
        </p:nvSpPr>
        <p:spPr>
          <a:xfrm>
            <a:off x="914400" y="4937760"/>
            <a:ext cx="3656520" cy="36468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US" sz="1300" b="0" u="none" strike="noStrike">
                <a:solidFill>
                  <a:srgbClr val="212529"/>
                </a:solidFill>
                <a:effectLst/>
                <a:uFillTx/>
                <a:latin typeface="Calibri"/>
                <a:ea typeface="Calibri"/>
              </a:rPr>
              <a:t>• Speed breakers</a:t>
            </a:r>
            <a:endParaRPr lang="en-US" sz="1300" b="0" u="none" strike="noStrike">
              <a:solidFill>
                <a:srgbClr val="000000"/>
              </a:solidFill>
              <a:effectLst/>
              <a:uFillTx/>
              <a:latin typeface="Arial"/>
            </a:endParaRPr>
          </a:p>
        </p:txBody>
      </p:sp>
      <p:sp>
        <p:nvSpPr>
          <p:cNvPr id="70" name="Google Shape;103;p8"/>
          <p:cNvSpPr/>
          <p:nvPr/>
        </p:nvSpPr>
        <p:spPr>
          <a:xfrm>
            <a:off x="914400" y="5303520"/>
            <a:ext cx="3656520" cy="36468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US" sz="1300" b="0" u="none" strike="noStrike">
                <a:solidFill>
                  <a:srgbClr val="212529"/>
                </a:solidFill>
                <a:effectLst/>
                <a:uFillTx/>
                <a:latin typeface="Calibri"/>
                <a:ea typeface="Calibri"/>
              </a:rPr>
              <a:t>• Braking/Acceleration</a:t>
            </a:r>
            <a:endParaRPr lang="en-US" sz="1300" b="0" u="none" strike="noStrike">
              <a:solidFill>
                <a:srgbClr val="000000"/>
              </a:solidFill>
              <a:effectLst/>
              <a:uFillTx/>
              <a:latin typeface="Arial"/>
            </a:endParaRPr>
          </a:p>
        </p:txBody>
      </p:sp>
      <p:sp>
        <p:nvSpPr>
          <p:cNvPr id="71" name="Google Shape;104;p8"/>
          <p:cNvSpPr/>
          <p:nvPr/>
        </p:nvSpPr>
        <p:spPr>
          <a:xfrm>
            <a:off x="914400" y="5669280"/>
            <a:ext cx="3656520" cy="36468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US" sz="1300" b="0" u="none" strike="noStrike">
                <a:solidFill>
                  <a:srgbClr val="212529"/>
                </a:solidFill>
                <a:effectLst/>
                <a:uFillTx/>
                <a:latin typeface="Calibri"/>
                <a:ea typeface="Calibri"/>
              </a:rPr>
              <a:t>• Rough roads</a:t>
            </a:r>
            <a:endParaRPr lang="en-US" sz="1300" b="0" u="none" strike="noStrike">
              <a:solidFill>
                <a:srgbClr val="000000"/>
              </a:solidFill>
              <a:effectLst/>
              <a:uFillTx/>
              <a:latin typeface="Arial"/>
            </a:endParaRPr>
          </a:p>
        </p:txBody>
      </p:sp>
      <p:sp>
        <p:nvSpPr>
          <p:cNvPr id="72" name="Google Shape;105;p8"/>
          <p:cNvSpPr/>
          <p:nvPr/>
        </p:nvSpPr>
        <p:spPr>
          <a:xfrm>
            <a:off x="914400" y="6035040"/>
            <a:ext cx="3656520" cy="36468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US" sz="1300" b="0" u="none" strike="noStrike">
                <a:solidFill>
                  <a:srgbClr val="212529"/>
                </a:solidFill>
                <a:effectLst/>
                <a:uFillTx/>
                <a:latin typeface="Calibri"/>
                <a:ea typeface="Calibri"/>
              </a:rPr>
              <a:t>• Sharp turns</a:t>
            </a:r>
            <a:endParaRPr lang="en-US" sz="1300" b="0" u="none" strike="noStrike">
              <a:solidFill>
                <a:srgbClr val="000000"/>
              </a:solidFill>
              <a:effectLst/>
              <a:uFillTx/>
              <a:latin typeface="Arial"/>
            </a:endParaRPr>
          </a:p>
        </p:txBody>
      </p:sp>
      <p:pic>
        <p:nvPicPr>
          <p:cNvPr id="73" name="Google Shape;106;p8"/>
          <p:cNvPicPr/>
          <p:nvPr/>
        </p:nvPicPr>
        <p:blipFill>
          <a:blip r:embed="rId1"/>
          <a:stretch/>
        </p:blipFill>
        <p:spPr>
          <a:xfrm>
            <a:off x="8891280" y="2145240"/>
            <a:ext cx="2811960" cy="2108880"/>
          </a:xfrm>
          <a:prstGeom prst="rect">
            <a:avLst/>
          </a:prstGeom>
          <a:noFill/>
          <a:ln w="0">
            <a:noFill/>
          </a:ln>
        </p:spPr>
      </p:pic>
      <p:pic>
        <p:nvPicPr>
          <p:cNvPr id="74" name="Google Shape;107;p8"/>
          <p:cNvPicPr/>
          <p:nvPr/>
        </p:nvPicPr>
        <p:blipFill>
          <a:blip r:embed="rId2"/>
          <a:stretch/>
        </p:blipFill>
        <p:spPr>
          <a:xfrm>
            <a:off x="8891280" y="4480560"/>
            <a:ext cx="2811960" cy="1875960"/>
          </a:xfrm>
          <a:prstGeom prst="rect">
            <a:avLst/>
          </a:prstGeom>
          <a:noFill/>
          <a:ln w="0">
            <a:noFill/>
          </a:ln>
        </p:spPr>
      </p:pic>
      <p:cxnSp>
        <p:nvCxnSpPr>
          <p:cNvPr id="75" name="Google Shape;108;p8"/>
          <p:cNvCxnSpPr/>
          <p:nvPr/>
        </p:nvCxnSpPr>
        <p:spPr>
          <a:xfrm>
            <a:off x="3452040" y="3258000"/>
            <a:ext cx="4876200" cy="21960"/>
          </a:xfrm>
          <a:prstGeom prst="straightConnector1">
            <a:avLst/>
          </a:prstGeom>
          <a:ln w="9525">
            <a:solidFill>
              <a:srgbClr val="44546A"/>
            </a:solidFill>
            <a:prstDash val="dash"/>
            <a:round/>
          </a:ln>
        </p:spPr>
      </p:cxnSp>
      <p:cxnSp>
        <p:nvCxnSpPr>
          <p:cNvPr id="76" name="Google Shape;109;p8"/>
          <p:cNvCxnSpPr/>
          <p:nvPr/>
        </p:nvCxnSpPr>
        <p:spPr>
          <a:xfrm>
            <a:off x="3474360" y="5480280"/>
            <a:ext cx="5029920" cy="1080"/>
          </a:xfrm>
          <a:prstGeom prst="straightConnector1">
            <a:avLst/>
          </a:prstGeom>
          <a:ln w="38100">
            <a:solidFill>
              <a:srgbClr val="1E2761"/>
            </a:solidFill>
            <a:round/>
          </a:ln>
        </p:spPr>
      </p:cxnSp>
      <p:sp>
        <p:nvSpPr>
          <p:cNvPr id="77" name="Google Shape;110;p8"/>
          <p:cNvSpPr/>
          <p:nvPr/>
        </p:nvSpPr>
        <p:spPr>
          <a:xfrm>
            <a:off x="5760720" y="5571720"/>
            <a:ext cx="2284920" cy="36468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US" sz="1200" b="1" u="none" strike="noStrike">
                <a:solidFill>
                  <a:srgbClr val="F96167"/>
                </a:solidFill>
                <a:effectLst/>
                <a:uFillTx/>
                <a:latin typeface="Calibri"/>
                <a:ea typeface="Calibri"/>
              </a:rPr>
              <a:t>Pothole Spike</a:t>
            </a:r>
            <a:endParaRPr lang="en-US" sz="1200" b="0" u="none" strike="noStrike">
              <a:solidFill>
                <a:srgbClr val="000000"/>
              </a:solidFill>
              <a:effectLst/>
              <a:uFillTx/>
              <a:latin typeface="Arial"/>
            </a:endParaRPr>
          </a:p>
        </p:txBody>
      </p:sp>
      <p:sp>
        <p:nvSpPr>
          <p:cNvPr id="78" name="Google Shape;111;p8"/>
          <p:cNvSpPr/>
          <p:nvPr/>
        </p:nvSpPr>
        <p:spPr>
          <a:xfrm>
            <a:off x="3404520" y="4977000"/>
            <a:ext cx="4970520" cy="313920"/>
          </a:xfrm>
          <a:custGeom>
            <a:avLst/>
            <a:gdLst>
              <a:gd name="textAreaLeft" fmla="*/ 0 w 4970520"/>
              <a:gd name="textAreaRight" fmla="*/ 4971240 w 4970520"/>
              <a:gd name="textAreaTop" fmla="*/ 0 h 313920"/>
              <a:gd name="textAreaBottom" fmla="*/ 314640 h 313920"/>
            </a:gdLst>
            <a:ahLst/>
            <a:cxnLst/>
            <a:rect l="textAreaLeft" t="textAreaTop" r="textAreaRight" b="textAreaBottom"/>
            <a:pathLst>
              <a:path w="198846" h="12591">
                <a:moveTo>
                  <a:pt x="198847" y="3090"/>
                </a:moveTo>
                <a:cubicBezTo>
                  <a:pt x="182559" y="4662"/>
                  <a:pt x="132696" y="12806"/>
                  <a:pt x="101120" y="12520"/>
                </a:cubicBezTo>
                <a:cubicBezTo>
                  <a:pt x="69545" y="12234"/>
                  <a:pt x="25682" y="3447"/>
                  <a:pt x="9394" y="1375"/>
                </a:cubicBezTo>
                <a:cubicBezTo>
                  <a:pt x="-6894" y="-697"/>
                  <a:pt x="4394" y="304"/>
                  <a:pt x="3394" y="90"/>
                </a:cubicBezTo>
              </a:path>
            </a:pathLst>
          </a:custGeom>
          <a:noFill/>
          <a:ln w="9525">
            <a:solidFill>
              <a:srgbClr val="44546A"/>
            </a:solidFill>
            <a:prstDash val="dash"/>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9" name="Google Shape;117;p9"/>
          <p:cNvSpPr/>
          <p:nvPr/>
        </p:nvSpPr>
        <p:spPr>
          <a:xfrm>
            <a:off x="457200" y="457200"/>
            <a:ext cx="11246040" cy="73044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US" sz="3200" b="1" u="none" strike="noStrike">
                <a:solidFill>
                  <a:srgbClr val="1E2761"/>
                </a:solidFill>
                <a:effectLst/>
                <a:uFillTx/>
                <a:latin typeface="Calibri"/>
                <a:ea typeface="Calibri"/>
              </a:rPr>
              <a:t>Data &amp; ML Approach in RPDS</a:t>
            </a:r>
            <a:endParaRPr lang="en-US" sz="3200" b="0" u="none" strike="noStrike">
              <a:solidFill>
                <a:srgbClr val="000000"/>
              </a:solidFill>
              <a:effectLst/>
              <a:uFillTx/>
              <a:latin typeface="Arial"/>
            </a:endParaRPr>
          </a:p>
        </p:txBody>
      </p:sp>
      <p:sp>
        <p:nvSpPr>
          <p:cNvPr id="80" name="Google Shape;118;p9"/>
          <p:cNvSpPr/>
          <p:nvPr/>
        </p:nvSpPr>
        <p:spPr>
          <a:xfrm>
            <a:off x="457200" y="1188720"/>
            <a:ext cx="11246040" cy="44640"/>
          </a:xfrm>
          <a:prstGeom prst="rect">
            <a:avLst/>
          </a:prstGeom>
          <a:solidFill>
            <a:srgbClr val="F96167"/>
          </a:solidFill>
          <a:ln w="12700">
            <a:solidFill>
              <a:srgbClr val="F96167"/>
            </a:solidFill>
            <a:round/>
          </a:ln>
        </p:spPr>
        <p:style>
          <a:lnRef idx="0"/>
          <a:fillRef idx="0"/>
          <a:effectRef idx="0"/>
          <a:fontRef idx="minor"/>
        </p:style>
        <p:txBody>
          <a:bodyPr lIns="90000" tIns="720" rIns="90000" bIns="720" anchor="t">
            <a:noAutofit/>
          </a:bodyPr>
          <a:p>
            <a:endParaRPr lang="en-US" sz="1400" b="0" u="none" strike="noStrike">
              <a:solidFill>
                <a:srgbClr val="FFFFFF"/>
              </a:solidFill>
              <a:effectLst/>
              <a:uFillTx/>
              <a:latin typeface="Arial"/>
            </a:endParaRPr>
          </a:p>
        </p:txBody>
      </p:sp>
      <p:sp>
        <p:nvSpPr>
          <p:cNvPr id="81" name="Google Shape;119;p9"/>
          <p:cNvSpPr/>
          <p:nvPr/>
        </p:nvSpPr>
        <p:spPr>
          <a:xfrm>
            <a:off x="548640" y="1463760"/>
            <a:ext cx="5028120" cy="45612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US" sz="1800" b="1" u="none" strike="noStrike">
                <a:solidFill>
                  <a:srgbClr val="1E2761"/>
                </a:solidFill>
                <a:effectLst/>
                <a:uFillTx/>
                <a:latin typeface="Calibri"/>
                <a:ea typeface="Calibri"/>
              </a:rPr>
              <a:t>Dataset Format</a:t>
            </a:r>
            <a:endParaRPr lang="en-US" sz="1800" b="0" u="none" strike="noStrike">
              <a:solidFill>
                <a:srgbClr val="000000"/>
              </a:solidFill>
              <a:effectLst/>
              <a:uFillTx/>
              <a:latin typeface="Arial"/>
            </a:endParaRPr>
          </a:p>
        </p:txBody>
      </p:sp>
      <p:sp>
        <p:nvSpPr>
          <p:cNvPr id="82" name="Google Shape;120;p9"/>
          <p:cNvSpPr/>
          <p:nvPr/>
        </p:nvSpPr>
        <p:spPr>
          <a:xfrm>
            <a:off x="548640" y="1920960"/>
            <a:ext cx="5028120" cy="45612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US" sz="1100" b="0" u="none" strike="noStrike">
                <a:solidFill>
                  <a:srgbClr val="212529"/>
                </a:solidFill>
                <a:effectLst/>
                <a:uFillTx/>
                <a:latin typeface="Courier New"/>
                <a:ea typeface="Courier New"/>
              </a:rPr>
              <a:t>timestamp, ax, ay, az, speed, lat, lon, label</a:t>
            </a:r>
            <a:endParaRPr lang="en-US" sz="1100" b="0" u="none" strike="noStrike">
              <a:solidFill>
                <a:srgbClr val="000000"/>
              </a:solidFill>
              <a:effectLst/>
              <a:uFillTx/>
              <a:latin typeface="Arial"/>
            </a:endParaRPr>
          </a:p>
        </p:txBody>
      </p:sp>
      <p:sp>
        <p:nvSpPr>
          <p:cNvPr id="83" name="Google Shape;121;p9"/>
          <p:cNvSpPr/>
          <p:nvPr/>
        </p:nvSpPr>
        <p:spPr>
          <a:xfrm>
            <a:off x="548640" y="2561040"/>
            <a:ext cx="5028120" cy="36468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US" sz="1400" b="0" u="none" strike="noStrike">
                <a:solidFill>
                  <a:srgbClr val="212529"/>
                </a:solidFill>
                <a:effectLst/>
                <a:uFillTx/>
                <a:latin typeface="Calibri"/>
                <a:ea typeface="Calibri"/>
              </a:rPr>
              <a:t>• NORMAL</a:t>
            </a:r>
            <a:endParaRPr lang="en-US" sz="1400" b="0" u="none" strike="noStrike">
              <a:solidFill>
                <a:srgbClr val="000000"/>
              </a:solidFill>
              <a:effectLst/>
              <a:uFillTx/>
              <a:latin typeface="Arial"/>
            </a:endParaRPr>
          </a:p>
        </p:txBody>
      </p:sp>
      <p:sp>
        <p:nvSpPr>
          <p:cNvPr id="84" name="Google Shape;122;p9"/>
          <p:cNvSpPr/>
          <p:nvPr/>
        </p:nvSpPr>
        <p:spPr>
          <a:xfrm>
            <a:off x="548640" y="2926800"/>
            <a:ext cx="5028120" cy="36468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US" sz="1400" b="0" u="none" strike="noStrike">
                <a:solidFill>
                  <a:srgbClr val="212529"/>
                </a:solidFill>
                <a:effectLst/>
                <a:uFillTx/>
                <a:latin typeface="Calibri"/>
                <a:ea typeface="Calibri"/>
              </a:rPr>
              <a:t>• POTHOLE</a:t>
            </a:r>
            <a:endParaRPr lang="en-US" sz="1400" b="0" u="none" strike="noStrike">
              <a:solidFill>
                <a:srgbClr val="000000"/>
              </a:solidFill>
              <a:effectLst/>
              <a:uFillTx/>
              <a:latin typeface="Arial"/>
            </a:endParaRPr>
          </a:p>
        </p:txBody>
      </p:sp>
      <p:sp>
        <p:nvSpPr>
          <p:cNvPr id="85" name="Google Shape;123;p9"/>
          <p:cNvSpPr/>
          <p:nvPr/>
        </p:nvSpPr>
        <p:spPr>
          <a:xfrm>
            <a:off x="548640" y="3292560"/>
            <a:ext cx="5028120" cy="36468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US" sz="1400" b="0" u="none" strike="noStrike">
                <a:solidFill>
                  <a:srgbClr val="212529"/>
                </a:solidFill>
                <a:effectLst/>
                <a:uFillTx/>
                <a:latin typeface="Calibri"/>
                <a:ea typeface="Calibri"/>
              </a:rPr>
              <a:t>• SPEED BREAKER</a:t>
            </a:r>
            <a:endParaRPr lang="en-US" sz="1400" b="0" u="none" strike="noStrike">
              <a:solidFill>
                <a:srgbClr val="000000"/>
              </a:solidFill>
              <a:effectLst/>
              <a:uFillTx/>
              <a:latin typeface="Arial"/>
            </a:endParaRPr>
          </a:p>
        </p:txBody>
      </p:sp>
      <p:sp>
        <p:nvSpPr>
          <p:cNvPr id="86" name="Google Shape;124;p9"/>
          <p:cNvSpPr/>
          <p:nvPr/>
        </p:nvSpPr>
        <p:spPr>
          <a:xfrm>
            <a:off x="548640" y="3658320"/>
            <a:ext cx="5028120" cy="36468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US" sz="1400" b="0" u="none" strike="noStrike">
                <a:solidFill>
                  <a:srgbClr val="212529"/>
                </a:solidFill>
                <a:effectLst/>
                <a:uFillTx/>
                <a:latin typeface="Calibri"/>
                <a:ea typeface="Calibri"/>
              </a:rPr>
              <a:t>• ROUGH ROAD</a:t>
            </a:r>
            <a:endParaRPr lang="en-US" sz="1400" b="0" u="none" strike="noStrike">
              <a:solidFill>
                <a:srgbClr val="000000"/>
              </a:solidFill>
              <a:effectLst/>
              <a:uFillTx/>
              <a:latin typeface="Arial"/>
            </a:endParaRPr>
          </a:p>
        </p:txBody>
      </p:sp>
      <p:sp>
        <p:nvSpPr>
          <p:cNvPr id="87" name="Google Shape;125;p9"/>
          <p:cNvSpPr/>
          <p:nvPr/>
        </p:nvSpPr>
        <p:spPr>
          <a:xfrm>
            <a:off x="457200" y="4132800"/>
            <a:ext cx="5028120" cy="45612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US" sz="1800" b="1" u="none" strike="noStrike">
                <a:solidFill>
                  <a:srgbClr val="F96167"/>
                </a:solidFill>
                <a:effectLst/>
                <a:uFillTx/>
                <a:latin typeface="Calibri"/>
                <a:ea typeface="Calibri"/>
              </a:rPr>
              <a:t>ML Model: Random Forest</a:t>
            </a:r>
            <a:endParaRPr lang="en-US" sz="1800" b="0" u="none" strike="noStrike">
              <a:solidFill>
                <a:srgbClr val="000000"/>
              </a:solidFill>
              <a:effectLst/>
              <a:uFillTx/>
              <a:latin typeface="Arial"/>
            </a:endParaRPr>
          </a:p>
        </p:txBody>
      </p:sp>
      <p:sp>
        <p:nvSpPr>
          <p:cNvPr id="88" name="Google Shape;126;p9"/>
          <p:cNvSpPr/>
          <p:nvPr/>
        </p:nvSpPr>
        <p:spPr>
          <a:xfrm>
            <a:off x="640080" y="4681440"/>
            <a:ext cx="5028120" cy="45612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US" sz="1400" b="0" u="none" strike="noStrike">
                <a:solidFill>
                  <a:srgbClr val="212529"/>
                </a:solidFill>
                <a:effectLst/>
                <a:uFillTx/>
                <a:latin typeface="Calibri"/>
                <a:ea typeface="Calibri"/>
              </a:rPr>
              <a:t>• Small dataset friendly</a:t>
            </a:r>
            <a:endParaRPr lang="en-US" sz="1400" b="0" u="none" strike="noStrike">
              <a:solidFill>
                <a:srgbClr val="000000"/>
              </a:solidFill>
              <a:effectLst/>
              <a:uFillTx/>
              <a:latin typeface="Arial"/>
            </a:endParaRPr>
          </a:p>
        </p:txBody>
      </p:sp>
      <p:sp>
        <p:nvSpPr>
          <p:cNvPr id="89" name="Google Shape;127;p9"/>
          <p:cNvSpPr/>
          <p:nvPr/>
        </p:nvSpPr>
        <p:spPr>
          <a:xfrm>
            <a:off x="640080" y="5138640"/>
            <a:ext cx="5028120" cy="45612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US" sz="1400" b="0" u="none" strike="noStrike">
                <a:solidFill>
                  <a:srgbClr val="212529"/>
                </a:solidFill>
                <a:effectLst/>
                <a:uFillTx/>
                <a:latin typeface="Calibri"/>
                <a:ea typeface="Calibri"/>
              </a:rPr>
              <a:t>• Fast &amp; interpretable</a:t>
            </a:r>
            <a:endParaRPr lang="en-US" sz="1400" b="0" u="none" strike="noStrike">
              <a:solidFill>
                <a:srgbClr val="000000"/>
              </a:solidFill>
              <a:effectLst/>
              <a:uFillTx/>
              <a:latin typeface="Arial"/>
            </a:endParaRPr>
          </a:p>
        </p:txBody>
      </p:sp>
      <p:sp>
        <p:nvSpPr>
          <p:cNvPr id="90" name="Google Shape;128;p9"/>
          <p:cNvSpPr/>
          <p:nvPr/>
        </p:nvSpPr>
        <p:spPr>
          <a:xfrm>
            <a:off x="640080" y="5595840"/>
            <a:ext cx="5028120" cy="45612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US" sz="1400" b="0" u="none" strike="noStrike">
                <a:solidFill>
                  <a:srgbClr val="212529"/>
                </a:solidFill>
                <a:effectLst/>
                <a:uFillTx/>
                <a:latin typeface="Calibri"/>
                <a:ea typeface="Calibri"/>
              </a:rPr>
              <a:t>• Low compute overhead</a:t>
            </a:r>
            <a:endParaRPr lang="en-US" sz="1400" b="0" u="none" strike="noStrike">
              <a:solidFill>
                <a:srgbClr val="000000"/>
              </a:solidFill>
              <a:effectLst/>
              <a:uFillTx/>
              <a:latin typeface="Arial"/>
            </a:endParaRPr>
          </a:p>
        </p:txBody>
      </p:sp>
      <p:sp>
        <p:nvSpPr>
          <p:cNvPr id="91" name="Google Shape;129;p9"/>
          <p:cNvSpPr/>
          <p:nvPr/>
        </p:nvSpPr>
        <p:spPr>
          <a:xfrm>
            <a:off x="640080" y="6053040"/>
            <a:ext cx="5028120" cy="45612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US" sz="1400" b="0" u="none" strike="noStrike">
                <a:solidFill>
                  <a:srgbClr val="212529"/>
                </a:solidFill>
                <a:effectLst/>
                <a:uFillTx/>
                <a:latin typeface="Calibri"/>
                <a:ea typeface="Calibri"/>
              </a:rPr>
              <a:t>• Suitable for prototype</a:t>
            </a:r>
            <a:endParaRPr lang="en-US" sz="1400" b="0" u="none" strike="noStrike">
              <a:solidFill>
                <a:srgbClr val="000000"/>
              </a:solidFill>
              <a:effectLst/>
              <a:uFillTx/>
              <a:latin typeface="Arial"/>
            </a:endParaRPr>
          </a:p>
        </p:txBody>
      </p:sp>
      <p:pic>
        <p:nvPicPr>
          <p:cNvPr id="92" name="Google Shape;130;p9"/>
          <p:cNvPicPr/>
          <p:nvPr/>
        </p:nvPicPr>
        <p:blipFill>
          <a:blip r:embed="rId1"/>
          <a:stretch/>
        </p:blipFill>
        <p:spPr>
          <a:xfrm>
            <a:off x="5577480" y="1622160"/>
            <a:ext cx="6217560" cy="4663080"/>
          </a:xfrm>
          <a:prstGeom prst="rect">
            <a:avLst/>
          </a:prstGeom>
          <a:noFill/>
          <a:ln w="0">
            <a:noFill/>
          </a:ln>
        </p:spPr>
      </p:pic>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3" name="Google Shape;136;p10"/>
          <p:cNvSpPr/>
          <p:nvPr/>
        </p:nvSpPr>
        <p:spPr>
          <a:xfrm>
            <a:off x="457200" y="457200"/>
            <a:ext cx="11246040" cy="73044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US" sz="3200" b="1" u="none" strike="noStrike">
                <a:solidFill>
                  <a:srgbClr val="1E2761"/>
                </a:solidFill>
                <a:effectLst/>
                <a:uFillTx/>
                <a:latin typeface="Calibri"/>
                <a:ea typeface="Calibri"/>
              </a:rPr>
              <a:t>Technology Stack of RPDS</a:t>
            </a:r>
            <a:endParaRPr lang="en-US" sz="3200" b="0" u="none" strike="noStrike">
              <a:solidFill>
                <a:srgbClr val="000000"/>
              </a:solidFill>
              <a:effectLst/>
              <a:uFillTx/>
              <a:latin typeface="Arial"/>
            </a:endParaRPr>
          </a:p>
        </p:txBody>
      </p:sp>
      <p:sp>
        <p:nvSpPr>
          <p:cNvPr id="94" name="Google Shape;137;p10"/>
          <p:cNvSpPr/>
          <p:nvPr/>
        </p:nvSpPr>
        <p:spPr>
          <a:xfrm>
            <a:off x="457200" y="1188720"/>
            <a:ext cx="11246040" cy="44640"/>
          </a:xfrm>
          <a:prstGeom prst="rect">
            <a:avLst/>
          </a:prstGeom>
          <a:solidFill>
            <a:srgbClr val="F96167"/>
          </a:solidFill>
          <a:ln w="12700">
            <a:solidFill>
              <a:srgbClr val="F96167"/>
            </a:solidFill>
            <a:round/>
          </a:ln>
        </p:spPr>
        <p:style>
          <a:lnRef idx="0"/>
          <a:fillRef idx="0"/>
          <a:effectRef idx="0"/>
          <a:fontRef idx="minor"/>
        </p:style>
        <p:txBody>
          <a:bodyPr lIns="90000" tIns="720" rIns="90000" bIns="720" anchor="t">
            <a:noAutofit/>
          </a:bodyPr>
          <a:p>
            <a:endParaRPr lang="en-US" sz="1400" b="0" u="none" strike="noStrike">
              <a:solidFill>
                <a:srgbClr val="FFFFFF"/>
              </a:solidFill>
              <a:effectLst/>
              <a:uFillTx/>
              <a:latin typeface="Arial"/>
            </a:endParaRPr>
          </a:p>
        </p:txBody>
      </p:sp>
      <p:sp>
        <p:nvSpPr>
          <p:cNvPr id="95" name="Google Shape;138;p10"/>
          <p:cNvSpPr/>
          <p:nvPr/>
        </p:nvSpPr>
        <p:spPr>
          <a:xfrm>
            <a:off x="731520" y="1828800"/>
            <a:ext cx="2742120" cy="45612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US" sz="1500" b="1" u="none" strike="noStrike">
                <a:solidFill>
                  <a:srgbClr val="1E2761"/>
                </a:solidFill>
                <a:effectLst/>
                <a:uFillTx/>
                <a:latin typeface="Calibri"/>
                <a:ea typeface="Calibri"/>
              </a:rPr>
              <a:t>IoT/Hardware</a:t>
            </a:r>
            <a:endParaRPr lang="en-US" sz="1500" b="0" u="none" strike="noStrike">
              <a:solidFill>
                <a:srgbClr val="000000"/>
              </a:solidFill>
              <a:effectLst/>
              <a:uFillTx/>
              <a:latin typeface="Arial"/>
            </a:endParaRPr>
          </a:p>
        </p:txBody>
      </p:sp>
      <p:sp>
        <p:nvSpPr>
          <p:cNvPr id="96" name="Google Shape;139;p10"/>
          <p:cNvSpPr/>
          <p:nvPr/>
        </p:nvSpPr>
        <p:spPr>
          <a:xfrm>
            <a:off x="3657600" y="1828800"/>
            <a:ext cx="7314120" cy="45612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US" sz="1500" b="0" u="none" strike="noStrike">
                <a:solidFill>
                  <a:srgbClr val="212529"/>
                </a:solidFill>
                <a:effectLst/>
                <a:uFillTx/>
                <a:latin typeface="Calibri"/>
                <a:ea typeface="Calibri"/>
              </a:rPr>
              <a:t>ESP32, MPU6050, GPS, OLED</a:t>
            </a:r>
            <a:endParaRPr lang="en-US" sz="1500" b="0" u="none" strike="noStrike">
              <a:solidFill>
                <a:srgbClr val="000000"/>
              </a:solidFill>
              <a:effectLst/>
              <a:uFillTx/>
              <a:latin typeface="Arial"/>
            </a:endParaRPr>
          </a:p>
        </p:txBody>
      </p:sp>
      <p:sp>
        <p:nvSpPr>
          <p:cNvPr id="97" name="Google Shape;140;p10"/>
          <p:cNvSpPr/>
          <p:nvPr/>
        </p:nvSpPr>
        <p:spPr>
          <a:xfrm>
            <a:off x="731520" y="2468880"/>
            <a:ext cx="2742120" cy="45612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US" sz="1500" b="1" u="none" strike="noStrike">
                <a:solidFill>
                  <a:srgbClr val="1E2761"/>
                </a:solidFill>
                <a:effectLst/>
                <a:uFillTx/>
                <a:latin typeface="Calibri"/>
                <a:ea typeface="Calibri"/>
              </a:rPr>
              <a:t>Backend</a:t>
            </a:r>
            <a:endParaRPr lang="en-US" sz="1500" b="0" u="none" strike="noStrike">
              <a:solidFill>
                <a:srgbClr val="000000"/>
              </a:solidFill>
              <a:effectLst/>
              <a:uFillTx/>
              <a:latin typeface="Arial"/>
            </a:endParaRPr>
          </a:p>
        </p:txBody>
      </p:sp>
      <p:sp>
        <p:nvSpPr>
          <p:cNvPr id="98" name="Google Shape;141;p10"/>
          <p:cNvSpPr/>
          <p:nvPr/>
        </p:nvSpPr>
        <p:spPr>
          <a:xfrm>
            <a:off x="3657600" y="2468880"/>
            <a:ext cx="7314120" cy="45612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US" sz="1500" b="0" u="none" strike="noStrike">
                <a:solidFill>
                  <a:srgbClr val="212529"/>
                </a:solidFill>
                <a:effectLst/>
                <a:uFillTx/>
                <a:latin typeface="Calibri"/>
                <a:ea typeface="Calibri"/>
              </a:rPr>
              <a:t>Python, FastAPI</a:t>
            </a:r>
            <a:endParaRPr lang="en-US" sz="1500" b="0" u="none" strike="noStrike">
              <a:solidFill>
                <a:srgbClr val="000000"/>
              </a:solidFill>
              <a:effectLst/>
              <a:uFillTx/>
              <a:latin typeface="Arial"/>
            </a:endParaRPr>
          </a:p>
        </p:txBody>
      </p:sp>
      <p:sp>
        <p:nvSpPr>
          <p:cNvPr id="99" name="Google Shape;142;p10"/>
          <p:cNvSpPr/>
          <p:nvPr/>
        </p:nvSpPr>
        <p:spPr>
          <a:xfrm>
            <a:off x="731520" y="3108960"/>
            <a:ext cx="2742120" cy="45612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US" sz="1500" b="1" u="none" strike="noStrike">
                <a:solidFill>
                  <a:srgbClr val="1E2761"/>
                </a:solidFill>
                <a:effectLst/>
                <a:uFillTx/>
                <a:latin typeface="Calibri"/>
                <a:ea typeface="Calibri"/>
              </a:rPr>
              <a:t>Database</a:t>
            </a:r>
            <a:endParaRPr lang="en-US" sz="1500" b="0" u="none" strike="noStrike">
              <a:solidFill>
                <a:srgbClr val="000000"/>
              </a:solidFill>
              <a:effectLst/>
              <a:uFillTx/>
              <a:latin typeface="Arial"/>
            </a:endParaRPr>
          </a:p>
        </p:txBody>
      </p:sp>
      <p:sp>
        <p:nvSpPr>
          <p:cNvPr id="100" name="Google Shape;143;p10"/>
          <p:cNvSpPr/>
          <p:nvPr/>
        </p:nvSpPr>
        <p:spPr>
          <a:xfrm>
            <a:off x="3657600" y="3108960"/>
            <a:ext cx="7314120" cy="45612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US" sz="1500" b="0" u="none" strike="noStrike">
                <a:solidFill>
                  <a:srgbClr val="212529"/>
                </a:solidFill>
                <a:effectLst/>
                <a:uFillTx/>
                <a:latin typeface="Calibri"/>
                <a:ea typeface="Calibri"/>
              </a:rPr>
              <a:t>Appwrite Cloud</a:t>
            </a:r>
            <a:endParaRPr lang="en-US" sz="1500" b="0" u="none" strike="noStrike">
              <a:solidFill>
                <a:srgbClr val="000000"/>
              </a:solidFill>
              <a:effectLst/>
              <a:uFillTx/>
              <a:latin typeface="Arial"/>
            </a:endParaRPr>
          </a:p>
        </p:txBody>
      </p:sp>
      <p:sp>
        <p:nvSpPr>
          <p:cNvPr id="101" name="Google Shape;144;p10"/>
          <p:cNvSpPr/>
          <p:nvPr/>
        </p:nvSpPr>
        <p:spPr>
          <a:xfrm>
            <a:off x="731520" y="3749040"/>
            <a:ext cx="2742120" cy="45612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US" sz="1500" b="1" u="none" strike="noStrike">
                <a:solidFill>
                  <a:srgbClr val="1E2761"/>
                </a:solidFill>
                <a:effectLst/>
                <a:uFillTx/>
                <a:latin typeface="Calibri"/>
                <a:ea typeface="Calibri"/>
              </a:rPr>
              <a:t>Frontend</a:t>
            </a:r>
            <a:endParaRPr lang="en-US" sz="1500" b="0" u="none" strike="noStrike">
              <a:solidFill>
                <a:srgbClr val="000000"/>
              </a:solidFill>
              <a:effectLst/>
              <a:uFillTx/>
              <a:latin typeface="Arial"/>
            </a:endParaRPr>
          </a:p>
        </p:txBody>
      </p:sp>
      <p:sp>
        <p:nvSpPr>
          <p:cNvPr id="102" name="Google Shape;145;p10"/>
          <p:cNvSpPr/>
          <p:nvPr/>
        </p:nvSpPr>
        <p:spPr>
          <a:xfrm>
            <a:off x="3657600" y="3749040"/>
            <a:ext cx="7314120" cy="45612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US" sz="1500" b="0" u="none" strike="noStrike">
                <a:solidFill>
                  <a:srgbClr val="212529"/>
                </a:solidFill>
                <a:effectLst/>
                <a:uFillTx/>
                <a:latin typeface="Calibri"/>
                <a:ea typeface="Calibri"/>
              </a:rPr>
              <a:t>React, mapcn, tailwind, Vite</a:t>
            </a:r>
            <a:endParaRPr lang="en-US" sz="1500" b="0" u="none" strike="noStrike">
              <a:solidFill>
                <a:srgbClr val="000000"/>
              </a:solidFill>
              <a:effectLst/>
              <a:uFillTx/>
              <a:latin typeface="Arial"/>
            </a:endParaRPr>
          </a:p>
        </p:txBody>
      </p:sp>
      <p:sp>
        <p:nvSpPr>
          <p:cNvPr id="103" name="Google Shape;146;p10"/>
          <p:cNvSpPr/>
          <p:nvPr/>
        </p:nvSpPr>
        <p:spPr>
          <a:xfrm>
            <a:off x="731520" y="4389120"/>
            <a:ext cx="2742120" cy="45612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US" sz="1500" b="1" u="none" strike="noStrike">
                <a:solidFill>
                  <a:srgbClr val="1E2761"/>
                </a:solidFill>
                <a:effectLst/>
                <a:uFillTx/>
                <a:latin typeface="Calibri"/>
                <a:ea typeface="Calibri"/>
              </a:rPr>
              <a:t>ML</a:t>
            </a:r>
            <a:endParaRPr lang="en-US" sz="1500" b="0" u="none" strike="noStrike">
              <a:solidFill>
                <a:srgbClr val="000000"/>
              </a:solidFill>
              <a:effectLst/>
              <a:uFillTx/>
              <a:latin typeface="Arial"/>
            </a:endParaRPr>
          </a:p>
        </p:txBody>
      </p:sp>
      <p:sp>
        <p:nvSpPr>
          <p:cNvPr id="104" name="Google Shape;147;p10"/>
          <p:cNvSpPr/>
          <p:nvPr/>
        </p:nvSpPr>
        <p:spPr>
          <a:xfrm>
            <a:off x="3657600" y="4389120"/>
            <a:ext cx="7314120" cy="45612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US" sz="1500" b="0" u="none" strike="noStrike">
                <a:solidFill>
                  <a:srgbClr val="212529"/>
                </a:solidFill>
                <a:effectLst/>
                <a:uFillTx/>
                <a:latin typeface="Calibri"/>
                <a:ea typeface="Calibri"/>
              </a:rPr>
              <a:t>scikit-learn, Random Forest</a:t>
            </a:r>
            <a:endParaRPr lang="en-US" sz="1500" b="0" u="none" strike="noStrike">
              <a:solidFill>
                <a:srgbClr val="000000"/>
              </a:solidFill>
              <a:effectLst/>
              <a:uFillTx/>
              <a:latin typeface="Arial"/>
            </a:endParaRPr>
          </a:p>
        </p:txBody>
      </p:sp>
      <p:sp>
        <p:nvSpPr>
          <p:cNvPr id="105" name="Google Shape;148;p10"/>
          <p:cNvSpPr/>
          <p:nvPr/>
        </p:nvSpPr>
        <p:spPr>
          <a:xfrm>
            <a:off x="731520" y="5029200"/>
            <a:ext cx="2742120" cy="45612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US" sz="1500" b="1" u="none" strike="noStrike">
                <a:solidFill>
                  <a:srgbClr val="1E2761"/>
                </a:solidFill>
                <a:effectLst/>
                <a:uFillTx/>
                <a:latin typeface="Calibri"/>
                <a:ea typeface="Calibri"/>
              </a:rPr>
              <a:t>Comm.</a:t>
            </a:r>
            <a:endParaRPr lang="en-US" sz="1500" b="0" u="none" strike="noStrike">
              <a:solidFill>
                <a:srgbClr val="000000"/>
              </a:solidFill>
              <a:effectLst/>
              <a:uFillTx/>
              <a:latin typeface="Arial"/>
            </a:endParaRPr>
          </a:p>
        </p:txBody>
      </p:sp>
      <p:sp>
        <p:nvSpPr>
          <p:cNvPr id="106" name="Google Shape;149;p10"/>
          <p:cNvSpPr/>
          <p:nvPr/>
        </p:nvSpPr>
        <p:spPr>
          <a:xfrm>
            <a:off x="3657600" y="5029200"/>
            <a:ext cx="7314120" cy="45612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US" sz="1500" b="0" u="none" strike="noStrike">
                <a:solidFill>
                  <a:srgbClr val="212529"/>
                </a:solidFill>
                <a:effectLst/>
                <a:uFillTx/>
                <a:latin typeface="Calibri"/>
                <a:ea typeface="Calibri"/>
              </a:rPr>
              <a:t>Wi-Fi / 4G / Bluetooth</a:t>
            </a:r>
            <a:endParaRPr lang="en-US" sz="1500" b="0" u="none" strike="noStrike">
              <a:solidFill>
                <a:srgbClr val="000000"/>
              </a:solidFill>
              <a:effectLst/>
              <a:uFillTx/>
              <a:latin typeface="Arial"/>
            </a:endParaRPr>
          </a:p>
        </p:txBody>
      </p:sp>
      <p:pic>
        <p:nvPicPr>
          <p:cNvPr id="107" name="Google Shape;150;p10"/>
          <p:cNvPicPr/>
          <p:nvPr/>
        </p:nvPicPr>
        <p:blipFill>
          <a:blip r:embed="rId1"/>
          <a:stretch/>
        </p:blipFill>
        <p:spPr>
          <a:xfrm>
            <a:off x="6481800" y="1463040"/>
            <a:ext cx="2468160" cy="2468160"/>
          </a:xfrm>
          <a:prstGeom prst="rect">
            <a:avLst/>
          </a:prstGeom>
          <a:noFill/>
          <a:ln w="0">
            <a:noFill/>
          </a:ln>
        </p:spPr>
      </p:pic>
      <p:pic>
        <p:nvPicPr>
          <p:cNvPr id="108" name="Google Shape;151;p10"/>
          <p:cNvPicPr/>
          <p:nvPr/>
        </p:nvPicPr>
        <p:blipFill>
          <a:blip r:embed="rId2"/>
          <a:stretch/>
        </p:blipFill>
        <p:spPr>
          <a:xfrm>
            <a:off x="9648720" y="1575360"/>
            <a:ext cx="1584000" cy="1584000"/>
          </a:xfrm>
          <a:prstGeom prst="rect">
            <a:avLst/>
          </a:prstGeom>
          <a:noFill/>
          <a:ln w="0">
            <a:noFill/>
          </a:ln>
        </p:spPr>
      </p:pic>
      <p:pic>
        <p:nvPicPr>
          <p:cNvPr id="109" name="Google Shape;152;p10"/>
          <p:cNvPicPr/>
          <p:nvPr/>
        </p:nvPicPr>
        <p:blipFill>
          <a:blip r:embed="rId3"/>
          <a:stretch/>
        </p:blipFill>
        <p:spPr>
          <a:xfrm>
            <a:off x="9573840" y="3501000"/>
            <a:ext cx="2011680" cy="1854360"/>
          </a:xfrm>
          <a:prstGeom prst="rect">
            <a:avLst/>
          </a:prstGeom>
          <a:noFill/>
          <a:ln w="0">
            <a:noFill/>
          </a:ln>
        </p:spPr>
      </p:pic>
      <p:pic>
        <p:nvPicPr>
          <p:cNvPr id="110" name="Google Shape;153;p10"/>
          <p:cNvPicPr/>
          <p:nvPr/>
        </p:nvPicPr>
        <p:blipFill>
          <a:blip r:embed="rId4"/>
          <a:stretch/>
        </p:blipFill>
        <p:spPr>
          <a:xfrm>
            <a:off x="6831720" y="4010040"/>
            <a:ext cx="2189880" cy="2189880"/>
          </a:xfrm>
          <a:prstGeom prst="rect">
            <a:avLst/>
          </a:prstGeom>
          <a:noFill/>
          <a:ln w="0">
            <a:noFill/>
          </a:ln>
        </p:spPr>
      </p:pic>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1" name="Google Shape;159;p11"/>
          <p:cNvSpPr/>
          <p:nvPr/>
        </p:nvSpPr>
        <p:spPr>
          <a:xfrm>
            <a:off x="457200" y="457200"/>
            <a:ext cx="11246040" cy="73044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US" sz="3200" b="1" u="none" strike="noStrike">
                <a:solidFill>
                  <a:srgbClr val="1E2761"/>
                </a:solidFill>
                <a:effectLst/>
                <a:uFillTx/>
                <a:latin typeface="Calibri"/>
                <a:ea typeface="Calibri"/>
              </a:rPr>
              <a:t>Sample Dashboard &amp; Visualization</a:t>
            </a:r>
            <a:endParaRPr lang="en-US" sz="3200" b="0" u="none" strike="noStrike">
              <a:solidFill>
                <a:srgbClr val="000000"/>
              </a:solidFill>
              <a:effectLst/>
              <a:uFillTx/>
              <a:latin typeface="Arial"/>
            </a:endParaRPr>
          </a:p>
        </p:txBody>
      </p:sp>
      <p:sp>
        <p:nvSpPr>
          <p:cNvPr id="112" name="Google Shape;160;p11"/>
          <p:cNvSpPr/>
          <p:nvPr/>
        </p:nvSpPr>
        <p:spPr>
          <a:xfrm>
            <a:off x="457200" y="1188720"/>
            <a:ext cx="11246040" cy="44640"/>
          </a:xfrm>
          <a:prstGeom prst="rect">
            <a:avLst/>
          </a:prstGeom>
          <a:solidFill>
            <a:srgbClr val="F96167"/>
          </a:solidFill>
          <a:ln w="12700">
            <a:solidFill>
              <a:srgbClr val="F96167"/>
            </a:solidFill>
            <a:round/>
          </a:ln>
        </p:spPr>
        <p:style>
          <a:lnRef idx="0"/>
          <a:fillRef idx="0"/>
          <a:effectRef idx="0"/>
          <a:fontRef idx="minor"/>
        </p:style>
        <p:txBody>
          <a:bodyPr lIns="90000" tIns="720" rIns="90000" bIns="720" anchor="t">
            <a:noAutofit/>
          </a:bodyPr>
          <a:p>
            <a:endParaRPr lang="en-US" sz="1400" b="0" u="none" strike="noStrike">
              <a:solidFill>
                <a:srgbClr val="FFFFFF"/>
              </a:solidFill>
              <a:effectLst/>
              <a:uFillTx/>
              <a:latin typeface="Arial"/>
            </a:endParaRPr>
          </a:p>
        </p:txBody>
      </p:sp>
      <p:sp>
        <p:nvSpPr>
          <p:cNvPr id="113" name="Google Shape;161;p11"/>
          <p:cNvSpPr/>
          <p:nvPr/>
        </p:nvSpPr>
        <p:spPr>
          <a:xfrm>
            <a:off x="457200" y="1368000"/>
            <a:ext cx="3438000" cy="44820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US" sz="1570" b="1" u="none" strike="noStrike">
                <a:solidFill>
                  <a:srgbClr val="1E2761"/>
                </a:solidFill>
                <a:effectLst/>
                <a:uFillTx/>
                <a:latin typeface="Calibri"/>
                <a:ea typeface="Calibri"/>
              </a:rPr>
              <a:t>Pothole Event JSON</a:t>
            </a:r>
            <a:endParaRPr lang="en-US" sz="1570" b="0" u="none" strike="noStrike">
              <a:solidFill>
                <a:srgbClr val="000000"/>
              </a:solidFill>
              <a:effectLst/>
              <a:uFillTx/>
              <a:latin typeface="Arial"/>
            </a:endParaRPr>
          </a:p>
        </p:txBody>
      </p:sp>
      <p:sp>
        <p:nvSpPr>
          <p:cNvPr id="114" name="Google Shape;162;p11"/>
          <p:cNvSpPr/>
          <p:nvPr/>
        </p:nvSpPr>
        <p:spPr>
          <a:xfrm>
            <a:off x="519840" y="1789920"/>
            <a:ext cx="3438000" cy="31356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US" sz="1080" b="0" u="none" strike="noStrike">
                <a:solidFill>
                  <a:srgbClr val="212529"/>
                </a:solidFill>
                <a:effectLst/>
                <a:uFillTx/>
                <a:latin typeface="Courier New"/>
                <a:ea typeface="Courier New"/>
              </a:rPr>
              <a:t>{</a:t>
            </a:r>
            <a:endParaRPr lang="en-US" sz="1080" b="0" u="none" strike="noStrike">
              <a:solidFill>
                <a:srgbClr val="000000"/>
              </a:solidFill>
              <a:effectLst/>
              <a:uFillTx/>
              <a:latin typeface="Arial"/>
            </a:endParaRPr>
          </a:p>
        </p:txBody>
      </p:sp>
      <p:sp>
        <p:nvSpPr>
          <p:cNvPr id="115" name="Google Shape;163;p11"/>
          <p:cNvSpPr/>
          <p:nvPr/>
        </p:nvSpPr>
        <p:spPr>
          <a:xfrm>
            <a:off x="519840" y="2104200"/>
            <a:ext cx="3438000" cy="31356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US" sz="1080" b="0" u="none" strike="noStrike">
                <a:solidFill>
                  <a:srgbClr val="212529"/>
                </a:solidFill>
                <a:effectLst/>
                <a:uFillTx/>
                <a:latin typeface="Courier New"/>
                <a:ea typeface="Courier New"/>
              </a:rPr>
              <a:t>  "event": "pothole",</a:t>
            </a:r>
            <a:endParaRPr lang="en-US" sz="1080" b="0" u="none" strike="noStrike">
              <a:solidFill>
                <a:srgbClr val="000000"/>
              </a:solidFill>
              <a:effectLst/>
              <a:uFillTx/>
              <a:latin typeface="Arial"/>
            </a:endParaRPr>
          </a:p>
        </p:txBody>
      </p:sp>
      <p:sp>
        <p:nvSpPr>
          <p:cNvPr id="116" name="Google Shape;164;p11"/>
          <p:cNvSpPr/>
          <p:nvPr/>
        </p:nvSpPr>
        <p:spPr>
          <a:xfrm>
            <a:off x="519840" y="2418480"/>
            <a:ext cx="3438000" cy="31356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US" sz="1080" b="0" u="none" strike="noStrike">
                <a:solidFill>
                  <a:srgbClr val="212529"/>
                </a:solidFill>
                <a:effectLst/>
                <a:uFillTx/>
                <a:latin typeface="Courier New"/>
                <a:ea typeface="Courier New"/>
              </a:rPr>
              <a:t>  "lat": 12.9716,</a:t>
            </a:r>
            <a:endParaRPr lang="en-US" sz="1080" b="0" u="none" strike="noStrike">
              <a:solidFill>
                <a:srgbClr val="000000"/>
              </a:solidFill>
              <a:effectLst/>
              <a:uFillTx/>
              <a:latin typeface="Arial"/>
            </a:endParaRPr>
          </a:p>
        </p:txBody>
      </p:sp>
      <p:sp>
        <p:nvSpPr>
          <p:cNvPr id="117" name="Google Shape;165;p11"/>
          <p:cNvSpPr/>
          <p:nvPr/>
        </p:nvSpPr>
        <p:spPr>
          <a:xfrm>
            <a:off x="519840" y="2732760"/>
            <a:ext cx="3438000" cy="31356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US" sz="1080" b="0" u="none" strike="noStrike">
                <a:solidFill>
                  <a:srgbClr val="212529"/>
                </a:solidFill>
                <a:effectLst/>
                <a:uFillTx/>
                <a:latin typeface="Courier New"/>
                <a:ea typeface="Courier New"/>
              </a:rPr>
              <a:t>  "lon": 77.5946,</a:t>
            </a:r>
            <a:endParaRPr lang="en-US" sz="1080" b="0" u="none" strike="noStrike">
              <a:solidFill>
                <a:srgbClr val="000000"/>
              </a:solidFill>
              <a:effectLst/>
              <a:uFillTx/>
              <a:latin typeface="Arial"/>
            </a:endParaRPr>
          </a:p>
        </p:txBody>
      </p:sp>
      <p:sp>
        <p:nvSpPr>
          <p:cNvPr id="118" name="Google Shape;166;p11"/>
          <p:cNvSpPr/>
          <p:nvPr/>
        </p:nvSpPr>
        <p:spPr>
          <a:xfrm>
            <a:off x="519840" y="3047040"/>
            <a:ext cx="3438000" cy="31356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US" sz="1080" b="0" u="none" strike="noStrike">
                <a:solidFill>
                  <a:srgbClr val="212529"/>
                </a:solidFill>
                <a:effectLst/>
                <a:uFillTx/>
                <a:latin typeface="Courier New"/>
                <a:ea typeface="Courier New"/>
              </a:rPr>
              <a:t>  "severity": 0.82,</a:t>
            </a:r>
            <a:endParaRPr lang="en-US" sz="1080" b="0" u="none" strike="noStrike">
              <a:solidFill>
                <a:srgbClr val="000000"/>
              </a:solidFill>
              <a:effectLst/>
              <a:uFillTx/>
              <a:latin typeface="Arial"/>
            </a:endParaRPr>
          </a:p>
        </p:txBody>
      </p:sp>
      <p:sp>
        <p:nvSpPr>
          <p:cNvPr id="119" name="Google Shape;167;p11"/>
          <p:cNvSpPr/>
          <p:nvPr/>
        </p:nvSpPr>
        <p:spPr>
          <a:xfrm>
            <a:off x="519840" y="3361680"/>
            <a:ext cx="3438000" cy="31356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US" sz="1080" b="0" u="none" strike="noStrike">
                <a:solidFill>
                  <a:srgbClr val="212529"/>
                </a:solidFill>
                <a:effectLst/>
                <a:uFillTx/>
                <a:latin typeface="Courier New"/>
                <a:ea typeface="Courier New"/>
              </a:rPr>
              <a:t>  "speed": 32,</a:t>
            </a:r>
            <a:endParaRPr lang="en-US" sz="1080" b="0" u="none" strike="noStrike">
              <a:solidFill>
                <a:srgbClr val="000000"/>
              </a:solidFill>
              <a:effectLst/>
              <a:uFillTx/>
              <a:latin typeface="Arial"/>
            </a:endParaRPr>
          </a:p>
        </p:txBody>
      </p:sp>
      <p:sp>
        <p:nvSpPr>
          <p:cNvPr id="120" name="Google Shape;168;p11"/>
          <p:cNvSpPr/>
          <p:nvPr/>
        </p:nvSpPr>
        <p:spPr>
          <a:xfrm>
            <a:off x="519840" y="3675960"/>
            <a:ext cx="3438000" cy="31356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US" sz="1080" b="0" u="none" strike="noStrike">
                <a:solidFill>
                  <a:srgbClr val="212529"/>
                </a:solidFill>
                <a:effectLst/>
                <a:uFillTx/>
                <a:latin typeface="Courier New"/>
                <a:ea typeface="Courier New"/>
              </a:rPr>
              <a:t>  "timestamp": "2026-10-04T21:00:00"</a:t>
            </a:r>
            <a:endParaRPr lang="en-US" sz="1080" b="0" u="none" strike="noStrike">
              <a:solidFill>
                <a:srgbClr val="000000"/>
              </a:solidFill>
              <a:effectLst/>
              <a:uFillTx/>
              <a:latin typeface="Arial"/>
            </a:endParaRPr>
          </a:p>
        </p:txBody>
      </p:sp>
      <p:sp>
        <p:nvSpPr>
          <p:cNvPr id="121" name="Google Shape;169;p11"/>
          <p:cNvSpPr/>
          <p:nvPr/>
        </p:nvSpPr>
        <p:spPr>
          <a:xfrm>
            <a:off x="519840" y="3990240"/>
            <a:ext cx="3438000" cy="31356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US" sz="1080" b="0" u="none" strike="noStrike">
                <a:solidFill>
                  <a:srgbClr val="212529"/>
                </a:solidFill>
                <a:effectLst/>
                <a:uFillTx/>
                <a:latin typeface="Courier New"/>
                <a:ea typeface="Courier New"/>
              </a:rPr>
              <a:t>}</a:t>
            </a:r>
            <a:endParaRPr lang="en-US" sz="1080" b="0" u="none" strike="noStrike">
              <a:solidFill>
                <a:srgbClr val="000000"/>
              </a:solidFill>
              <a:effectLst/>
              <a:uFillTx/>
              <a:latin typeface="Arial"/>
            </a:endParaRPr>
          </a:p>
        </p:txBody>
      </p:sp>
      <p:sp>
        <p:nvSpPr>
          <p:cNvPr id="122" name="Google Shape;170;p11"/>
          <p:cNvSpPr/>
          <p:nvPr/>
        </p:nvSpPr>
        <p:spPr>
          <a:xfrm>
            <a:off x="457200" y="4304520"/>
            <a:ext cx="3438000" cy="44820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US" sz="1570" b="1" u="none" strike="noStrike">
                <a:solidFill>
                  <a:srgbClr val="1E2761"/>
                </a:solidFill>
                <a:effectLst/>
                <a:uFillTx/>
                <a:latin typeface="Calibri"/>
                <a:ea typeface="Calibri"/>
              </a:rPr>
              <a:t>Features</a:t>
            </a:r>
            <a:endParaRPr lang="en-US" sz="1570" b="0" u="none" strike="noStrike">
              <a:solidFill>
                <a:srgbClr val="000000"/>
              </a:solidFill>
              <a:effectLst/>
              <a:uFillTx/>
              <a:latin typeface="Arial"/>
            </a:endParaRPr>
          </a:p>
        </p:txBody>
      </p:sp>
      <p:sp>
        <p:nvSpPr>
          <p:cNvPr id="123" name="Google Shape;171;p11"/>
          <p:cNvSpPr/>
          <p:nvPr/>
        </p:nvSpPr>
        <p:spPr>
          <a:xfrm>
            <a:off x="457200" y="4753440"/>
            <a:ext cx="5028120" cy="45612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US" sz="1400" b="0" u="none" strike="noStrike">
                <a:solidFill>
                  <a:srgbClr val="212529"/>
                </a:solidFill>
                <a:effectLst/>
                <a:uFillTx/>
                <a:latin typeface="Calibri"/>
                <a:ea typeface="Calibri"/>
              </a:rPr>
              <a:t>• Real-time location plotting</a:t>
            </a:r>
            <a:endParaRPr lang="en-US" sz="1400" b="0" u="none" strike="noStrike">
              <a:solidFill>
                <a:srgbClr val="000000"/>
              </a:solidFill>
              <a:effectLst/>
              <a:uFillTx/>
              <a:latin typeface="Arial"/>
            </a:endParaRPr>
          </a:p>
        </p:txBody>
      </p:sp>
      <p:sp>
        <p:nvSpPr>
          <p:cNvPr id="124" name="Google Shape;172;p11"/>
          <p:cNvSpPr/>
          <p:nvPr/>
        </p:nvSpPr>
        <p:spPr>
          <a:xfrm>
            <a:off x="457200" y="5210640"/>
            <a:ext cx="5028120" cy="45612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US" sz="1400" b="0" u="none" strike="noStrike">
                <a:solidFill>
                  <a:srgbClr val="212529"/>
                </a:solidFill>
                <a:effectLst/>
                <a:uFillTx/>
                <a:latin typeface="Calibri"/>
                <a:ea typeface="Calibri"/>
              </a:rPr>
              <a:t>• Historical data view</a:t>
            </a:r>
            <a:endParaRPr lang="en-US" sz="1400" b="0" u="none" strike="noStrike">
              <a:solidFill>
                <a:srgbClr val="000000"/>
              </a:solidFill>
              <a:effectLst/>
              <a:uFillTx/>
              <a:latin typeface="Arial"/>
            </a:endParaRPr>
          </a:p>
        </p:txBody>
      </p:sp>
      <p:sp>
        <p:nvSpPr>
          <p:cNvPr id="125" name="Google Shape;173;p11"/>
          <p:cNvSpPr/>
          <p:nvPr/>
        </p:nvSpPr>
        <p:spPr>
          <a:xfrm>
            <a:off x="457200" y="5667840"/>
            <a:ext cx="5028120" cy="45612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US" sz="1400" b="0" u="none" strike="noStrike">
                <a:solidFill>
                  <a:srgbClr val="212529"/>
                </a:solidFill>
                <a:effectLst/>
                <a:uFillTx/>
                <a:latin typeface="Calibri"/>
                <a:ea typeface="Calibri"/>
              </a:rPr>
              <a:t>• Date/Severity filtering</a:t>
            </a:r>
            <a:endParaRPr lang="en-US" sz="1400" b="0" u="none" strike="noStrike">
              <a:solidFill>
                <a:srgbClr val="000000"/>
              </a:solidFill>
              <a:effectLst/>
              <a:uFillTx/>
              <a:latin typeface="Arial"/>
            </a:endParaRPr>
          </a:p>
        </p:txBody>
      </p:sp>
      <p:sp>
        <p:nvSpPr>
          <p:cNvPr id="126" name="Google Shape;174;p11"/>
          <p:cNvSpPr/>
          <p:nvPr/>
        </p:nvSpPr>
        <p:spPr>
          <a:xfrm>
            <a:off x="457200" y="6125040"/>
            <a:ext cx="5028120" cy="45612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US" sz="1400" b="0" u="none" strike="noStrike">
                <a:solidFill>
                  <a:srgbClr val="212529"/>
                </a:solidFill>
                <a:effectLst/>
                <a:uFillTx/>
                <a:latin typeface="Calibri"/>
                <a:ea typeface="Calibri"/>
              </a:rPr>
              <a:t>• Interactive map UI</a:t>
            </a:r>
            <a:endParaRPr lang="en-US" sz="1400" b="0" u="none" strike="noStrike">
              <a:solidFill>
                <a:srgbClr val="000000"/>
              </a:solidFill>
              <a:effectLst/>
              <a:uFillTx/>
              <a:latin typeface="Arial"/>
            </a:endParaRPr>
          </a:p>
        </p:txBody>
      </p:sp>
      <p:pic>
        <p:nvPicPr>
          <p:cNvPr id="127" name="Google Shape;175;p11"/>
          <p:cNvPicPr/>
          <p:nvPr/>
        </p:nvPicPr>
        <p:blipFill>
          <a:blip r:embed="rId1"/>
          <a:stretch/>
        </p:blipFill>
        <p:spPr>
          <a:xfrm>
            <a:off x="3958200" y="1383480"/>
            <a:ext cx="7745040" cy="5197680"/>
          </a:xfrm>
          <a:prstGeom prst="rect">
            <a:avLst/>
          </a:prstGeom>
          <a:noFill/>
          <a:ln w="0">
            <a:noFill/>
          </a:ln>
        </p:spPr>
      </p:pic>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8" name="Google Shape;181;p12"/>
          <p:cNvSpPr/>
          <p:nvPr/>
        </p:nvSpPr>
        <p:spPr>
          <a:xfrm>
            <a:off x="457200" y="457200"/>
            <a:ext cx="11246040" cy="73044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US" sz="3200" b="1" u="none" strike="noStrike">
                <a:solidFill>
                  <a:srgbClr val="1E2761"/>
                </a:solidFill>
                <a:effectLst/>
                <a:uFillTx/>
                <a:latin typeface="Calibri"/>
                <a:ea typeface="Calibri"/>
              </a:rPr>
              <a:t>Major Advantages of RPDS</a:t>
            </a:r>
            <a:endParaRPr lang="en-US" sz="3200" b="0" u="none" strike="noStrike">
              <a:solidFill>
                <a:srgbClr val="000000"/>
              </a:solidFill>
              <a:effectLst/>
              <a:uFillTx/>
              <a:latin typeface="Arial"/>
            </a:endParaRPr>
          </a:p>
        </p:txBody>
      </p:sp>
      <p:sp>
        <p:nvSpPr>
          <p:cNvPr id="129" name="Google Shape;182;p12"/>
          <p:cNvSpPr/>
          <p:nvPr/>
        </p:nvSpPr>
        <p:spPr>
          <a:xfrm>
            <a:off x="457200" y="1188720"/>
            <a:ext cx="11246040" cy="44640"/>
          </a:xfrm>
          <a:prstGeom prst="rect">
            <a:avLst/>
          </a:prstGeom>
          <a:solidFill>
            <a:srgbClr val="F96167"/>
          </a:solidFill>
          <a:ln w="12700">
            <a:solidFill>
              <a:srgbClr val="F96167"/>
            </a:solidFill>
            <a:round/>
          </a:ln>
        </p:spPr>
        <p:style>
          <a:lnRef idx="0"/>
          <a:fillRef idx="0"/>
          <a:effectRef idx="0"/>
          <a:fontRef idx="minor"/>
        </p:style>
        <p:txBody>
          <a:bodyPr lIns="90000" tIns="720" rIns="90000" bIns="720" anchor="t">
            <a:noAutofit/>
          </a:bodyPr>
          <a:p>
            <a:endParaRPr lang="en-US" sz="1400" b="0" u="none" strike="noStrike">
              <a:solidFill>
                <a:srgbClr val="FFFFFF"/>
              </a:solidFill>
              <a:effectLst/>
              <a:uFillTx/>
              <a:latin typeface="Arial"/>
            </a:endParaRPr>
          </a:p>
        </p:txBody>
      </p:sp>
      <p:sp>
        <p:nvSpPr>
          <p:cNvPr id="130" name="Google Shape;183;p12"/>
          <p:cNvSpPr/>
          <p:nvPr/>
        </p:nvSpPr>
        <p:spPr>
          <a:xfrm>
            <a:off x="731520" y="1828800"/>
            <a:ext cx="10514520" cy="54756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US" sz="1600" b="0" u="none" strike="noStrike">
                <a:solidFill>
                  <a:srgbClr val="212529"/>
                </a:solidFill>
                <a:effectLst/>
                <a:uFillTx/>
                <a:latin typeface="Calibri"/>
                <a:ea typeface="Calibri"/>
              </a:rPr>
              <a:t>• Low-cost &amp; affordable solution</a:t>
            </a:r>
            <a:endParaRPr lang="en-US" sz="1600" b="0" u="none" strike="noStrike">
              <a:solidFill>
                <a:srgbClr val="000000"/>
              </a:solidFill>
              <a:effectLst/>
              <a:uFillTx/>
              <a:latin typeface="Arial"/>
            </a:endParaRPr>
          </a:p>
        </p:txBody>
      </p:sp>
      <p:sp>
        <p:nvSpPr>
          <p:cNvPr id="131" name="Google Shape;184;p12"/>
          <p:cNvSpPr/>
          <p:nvPr/>
        </p:nvSpPr>
        <p:spPr>
          <a:xfrm>
            <a:off x="731520" y="2468880"/>
            <a:ext cx="10514520" cy="54756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US" sz="1600" b="0" u="none" strike="noStrike">
                <a:solidFill>
                  <a:srgbClr val="212529"/>
                </a:solidFill>
                <a:effectLst/>
                <a:uFillTx/>
                <a:latin typeface="Calibri"/>
                <a:ea typeface="Calibri"/>
              </a:rPr>
              <a:t>• Automated &amp; real-time detection</a:t>
            </a:r>
            <a:endParaRPr lang="en-US" sz="1600" b="0" u="none" strike="noStrike">
              <a:solidFill>
                <a:srgbClr val="000000"/>
              </a:solidFill>
              <a:effectLst/>
              <a:uFillTx/>
              <a:latin typeface="Arial"/>
            </a:endParaRPr>
          </a:p>
        </p:txBody>
      </p:sp>
      <p:sp>
        <p:nvSpPr>
          <p:cNvPr id="132" name="Google Shape;185;p12"/>
          <p:cNvSpPr/>
          <p:nvPr/>
        </p:nvSpPr>
        <p:spPr>
          <a:xfrm>
            <a:off x="731520" y="3108960"/>
            <a:ext cx="10514520" cy="54756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US" sz="1600" b="0" u="none" strike="noStrike">
                <a:solidFill>
                  <a:srgbClr val="212529"/>
                </a:solidFill>
                <a:effectLst/>
                <a:uFillTx/>
                <a:latin typeface="Calibri"/>
                <a:ea typeface="Calibri"/>
              </a:rPr>
              <a:t>• Accurate GPS tagging</a:t>
            </a:r>
            <a:endParaRPr lang="en-US" sz="1600" b="0" u="none" strike="noStrike">
              <a:solidFill>
                <a:srgbClr val="000000"/>
              </a:solidFill>
              <a:effectLst/>
              <a:uFillTx/>
              <a:latin typeface="Arial"/>
            </a:endParaRPr>
          </a:p>
        </p:txBody>
      </p:sp>
      <p:sp>
        <p:nvSpPr>
          <p:cNvPr id="133" name="Google Shape;186;p12"/>
          <p:cNvSpPr/>
          <p:nvPr/>
        </p:nvSpPr>
        <p:spPr>
          <a:xfrm>
            <a:off x="731520" y="3749040"/>
            <a:ext cx="10514520" cy="54756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US" sz="1600" b="0" u="none" strike="noStrike">
                <a:solidFill>
                  <a:srgbClr val="212529"/>
                </a:solidFill>
                <a:effectLst/>
                <a:uFillTx/>
                <a:latin typeface="Calibri"/>
                <a:ea typeface="Calibri"/>
              </a:rPr>
              <a:t>• Scalable IoT architecture</a:t>
            </a:r>
            <a:endParaRPr lang="en-US" sz="1600" b="0" u="none" strike="noStrike">
              <a:solidFill>
                <a:srgbClr val="000000"/>
              </a:solidFill>
              <a:effectLst/>
              <a:uFillTx/>
              <a:latin typeface="Arial"/>
            </a:endParaRPr>
          </a:p>
        </p:txBody>
      </p:sp>
      <p:sp>
        <p:nvSpPr>
          <p:cNvPr id="134" name="Google Shape;187;p12"/>
          <p:cNvSpPr/>
          <p:nvPr/>
        </p:nvSpPr>
        <p:spPr>
          <a:xfrm>
            <a:off x="731520" y="4389120"/>
            <a:ext cx="10514520" cy="54756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US" sz="1600" b="0" u="none" strike="noStrike">
                <a:solidFill>
                  <a:srgbClr val="212529"/>
                </a:solidFill>
                <a:effectLst/>
                <a:uFillTx/>
                <a:latin typeface="Calibri"/>
                <a:ea typeface="Calibri"/>
              </a:rPr>
              <a:t>• Improves with more data</a:t>
            </a:r>
            <a:endParaRPr lang="en-US" sz="1600" b="0" u="none" strike="noStrike">
              <a:solidFill>
                <a:srgbClr val="000000"/>
              </a:solidFill>
              <a:effectLst/>
              <a:uFillTx/>
              <a:latin typeface="Arial"/>
            </a:endParaRPr>
          </a:p>
        </p:txBody>
      </p:sp>
      <p:sp>
        <p:nvSpPr>
          <p:cNvPr id="135" name="Google Shape;188;p12"/>
          <p:cNvSpPr/>
          <p:nvPr/>
        </p:nvSpPr>
        <p:spPr>
          <a:xfrm>
            <a:off x="731520" y="5029200"/>
            <a:ext cx="10514520" cy="54756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US" sz="1600" b="0" u="none" strike="noStrike">
                <a:solidFill>
                  <a:srgbClr val="212529"/>
                </a:solidFill>
                <a:effectLst/>
                <a:uFillTx/>
                <a:latin typeface="Calibri"/>
                <a:ea typeface="Calibri"/>
              </a:rPr>
              <a:t>• Practical for smart city applications</a:t>
            </a:r>
            <a:endParaRPr lang="en-US"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6" name="Google Shape;194;p13"/>
          <p:cNvSpPr/>
          <p:nvPr/>
        </p:nvSpPr>
        <p:spPr>
          <a:xfrm>
            <a:off x="457200" y="457200"/>
            <a:ext cx="11246040" cy="73044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US" sz="3200" b="1" u="none" strike="noStrike">
                <a:solidFill>
                  <a:srgbClr val="1E2761"/>
                </a:solidFill>
                <a:effectLst/>
                <a:uFillTx/>
                <a:latin typeface="Calibri"/>
                <a:ea typeface="Calibri"/>
              </a:rPr>
              <a:t>Major Challenges &amp; Future Scope</a:t>
            </a:r>
            <a:endParaRPr lang="en-US" sz="3200" b="0" u="none" strike="noStrike">
              <a:solidFill>
                <a:srgbClr val="000000"/>
              </a:solidFill>
              <a:effectLst/>
              <a:uFillTx/>
              <a:latin typeface="Arial"/>
            </a:endParaRPr>
          </a:p>
        </p:txBody>
      </p:sp>
      <p:sp>
        <p:nvSpPr>
          <p:cNvPr id="137" name="Google Shape;195;p13"/>
          <p:cNvSpPr/>
          <p:nvPr/>
        </p:nvSpPr>
        <p:spPr>
          <a:xfrm>
            <a:off x="457200" y="1188720"/>
            <a:ext cx="11246040" cy="44640"/>
          </a:xfrm>
          <a:prstGeom prst="rect">
            <a:avLst/>
          </a:prstGeom>
          <a:solidFill>
            <a:srgbClr val="F96167"/>
          </a:solidFill>
          <a:ln w="12700">
            <a:solidFill>
              <a:srgbClr val="F96167"/>
            </a:solidFill>
            <a:round/>
          </a:ln>
        </p:spPr>
        <p:style>
          <a:lnRef idx="0"/>
          <a:fillRef idx="0"/>
          <a:effectRef idx="0"/>
          <a:fontRef idx="minor"/>
        </p:style>
        <p:txBody>
          <a:bodyPr lIns="90000" tIns="720" rIns="90000" bIns="720" anchor="t">
            <a:noAutofit/>
          </a:bodyPr>
          <a:p>
            <a:endParaRPr lang="en-US" sz="1400" b="0" u="none" strike="noStrike">
              <a:solidFill>
                <a:srgbClr val="FFFFFF"/>
              </a:solidFill>
              <a:effectLst/>
              <a:uFillTx/>
              <a:latin typeface="Arial"/>
            </a:endParaRPr>
          </a:p>
        </p:txBody>
      </p:sp>
      <p:sp>
        <p:nvSpPr>
          <p:cNvPr id="138" name="Google Shape;196;p13"/>
          <p:cNvSpPr/>
          <p:nvPr/>
        </p:nvSpPr>
        <p:spPr>
          <a:xfrm>
            <a:off x="731520" y="1442880"/>
            <a:ext cx="5028120" cy="45612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US" sz="1600" b="1" u="none" strike="noStrike">
                <a:solidFill>
                  <a:srgbClr val="1E2761"/>
                </a:solidFill>
                <a:effectLst/>
                <a:uFillTx/>
                <a:latin typeface="Calibri"/>
                <a:ea typeface="Calibri"/>
              </a:rPr>
              <a:t>Challenges</a:t>
            </a:r>
            <a:endParaRPr lang="en-US" sz="1600" b="0" u="none" strike="noStrike">
              <a:solidFill>
                <a:srgbClr val="000000"/>
              </a:solidFill>
              <a:effectLst/>
              <a:uFillTx/>
              <a:latin typeface="Arial"/>
            </a:endParaRPr>
          </a:p>
        </p:txBody>
      </p:sp>
      <p:sp>
        <p:nvSpPr>
          <p:cNvPr id="139" name="Google Shape;197;p13"/>
          <p:cNvSpPr/>
          <p:nvPr/>
        </p:nvSpPr>
        <p:spPr>
          <a:xfrm>
            <a:off x="822960" y="1900080"/>
            <a:ext cx="5028120" cy="45612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US" sz="1400" b="0" u="none" strike="noStrike">
                <a:solidFill>
                  <a:srgbClr val="212529"/>
                </a:solidFill>
                <a:effectLst/>
                <a:uFillTx/>
                <a:latin typeface="Calibri"/>
                <a:ea typeface="Calibri"/>
              </a:rPr>
              <a:t>• False positives</a:t>
            </a:r>
            <a:endParaRPr lang="en-US" sz="1400" b="0" u="none" strike="noStrike">
              <a:solidFill>
                <a:srgbClr val="000000"/>
              </a:solidFill>
              <a:effectLst/>
              <a:uFillTx/>
              <a:latin typeface="Arial"/>
            </a:endParaRPr>
          </a:p>
        </p:txBody>
      </p:sp>
      <p:sp>
        <p:nvSpPr>
          <p:cNvPr id="140" name="Google Shape;198;p13"/>
          <p:cNvSpPr/>
          <p:nvPr/>
        </p:nvSpPr>
        <p:spPr>
          <a:xfrm>
            <a:off x="822960" y="2357280"/>
            <a:ext cx="5028120" cy="45612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US" sz="1400" b="0" u="none" strike="noStrike">
                <a:solidFill>
                  <a:srgbClr val="212529"/>
                </a:solidFill>
                <a:effectLst/>
                <a:uFillTx/>
                <a:latin typeface="Calibri"/>
                <a:ea typeface="Calibri"/>
              </a:rPr>
              <a:t>• Vehicle variations</a:t>
            </a:r>
            <a:endParaRPr lang="en-US" sz="1400" b="0" u="none" strike="noStrike">
              <a:solidFill>
                <a:srgbClr val="000000"/>
              </a:solidFill>
              <a:effectLst/>
              <a:uFillTx/>
              <a:latin typeface="Arial"/>
            </a:endParaRPr>
          </a:p>
        </p:txBody>
      </p:sp>
      <p:sp>
        <p:nvSpPr>
          <p:cNvPr id="141" name="Google Shape;199;p13"/>
          <p:cNvSpPr/>
          <p:nvPr/>
        </p:nvSpPr>
        <p:spPr>
          <a:xfrm>
            <a:off x="822960" y="2814480"/>
            <a:ext cx="5028120" cy="45612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US" sz="1400" b="0" u="none" strike="noStrike">
                <a:solidFill>
                  <a:srgbClr val="212529"/>
                </a:solidFill>
                <a:effectLst/>
                <a:uFillTx/>
                <a:latin typeface="Calibri"/>
                <a:ea typeface="Calibri"/>
              </a:rPr>
              <a:t>• GPS accuracy</a:t>
            </a:r>
            <a:endParaRPr lang="en-US" sz="1400" b="0" u="none" strike="noStrike">
              <a:solidFill>
                <a:srgbClr val="000000"/>
              </a:solidFill>
              <a:effectLst/>
              <a:uFillTx/>
              <a:latin typeface="Arial"/>
            </a:endParaRPr>
          </a:p>
        </p:txBody>
      </p:sp>
      <p:sp>
        <p:nvSpPr>
          <p:cNvPr id="142" name="Google Shape;200;p13"/>
          <p:cNvSpPr/>
          <p:nvPr/>
        </p:nvSpPr>
        <p:spPr>
          <a:xfrm>
            <a:off x="822960" y="3271680"/>
            <a:ext cx="5028120" cy="45612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US" sz="1400" b="0" u="none" strike="noStrike">
                <a:solidFill>
                  <a:srgbClr val="212529"/>
                </a:solidFill>
                <a:effectLst/>
                <a:uFillTx/>
                <a:latin typeface="Calibri"/>
                <a:ea typeface="Calibri"/>
              </a:rPr>
              <a:t>• Limited training data</a:t>
            </a:r>
            <a:endParaRPr lang="en-US" sz="1400" b="0" u="none" strike="noStrike">
              <a:solidFill>
                <a:srgbClr val="000000"/>
              </a:solidFill>
              <a:effectLst/>
              <a:uFillTx/>
              <a:latin typeface="Arial"/>
            </a:endParaRPr>
          </a:p>
        </p:txBody>
      </p:sp>
      <p:sp>
        <p:nvSpPr>
          <p:cNvPr id="143" name="Google Shape;201;p13"/>
          <p:cNvSpPr/>
          <p:nvPr/>
        </p:nvSpPr>
        <p:spPr>
          <a:xfrm>
            <a:off x="731520" y="3728880"/>
            <a:ext cx="5028120" cy="45612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US" sz="1600" b="1" u="none" strike="noStrike">
                <a:solidFill>
                  <a:srgbClr val="1E2761"/>
                </a:solidFill>
                <a:effectLst/>
                <a:uFillTx/>
                <a:latin typeface="Calibri"/>
                <a:ea typeface="Calibri"/>
              </a:rPr>
              <a:t>Future Scope</a:t>
            </a:r>
            <a:endParaRPr lang="en-US" sz="1600" b="0" u="none" strike="noStrike">
              <a:solidFill>
                <a:srgbClr val="000000"/>
              </a:solidFill>
              <a:effectLst/>
              <a:uFillTx/>
              <a:latin typeface="Arial"/>
            </a:endParaRPr>
          </a:p>
        </p:txBody>
      </p:sp>
      <p:sp>
        <p:nvSpPr>
          <p:cNvPr id="144" name="Google Shape;202;p13"/>
          <p:cNvSpPr/>
          <p:nvPr/>
        </p:nvSpPr>
        <p:spPr>
          <a:xfrm>
            <a:off x="822960" y="4186080"/>
            <a:ext cx="5028120" cy="45612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US" sz="1400" b="0" u="none" strike="noStrike">
                <a:solidFill>
                  <a:srgbClr val="212529"/>
                </a:solidFill>
                <a:effectLst/>
                <a:uFillTx/>
                <a:latin typeface="Calibri"/>
                <a:ea typeface="Calibri"/>
              </a:rPr>
              <a:t>• Camera + YOLO (Sensor Fusion)</a:t>
            </a:r>
            <a:endParaRPr lang="en-US" sz="1400" b="0" u="none" strike="noStrike">
              <a:solidFill>
                <a:srgbClr val="000000"/>
              </a:solidFill>
              <a:effectLst/>
              <a:uFillTx/>
              <a:latin typeface="Arial"/>
            </a:endParaRPr>
          </a:p>
        </p:txBody>
      </p:sp>
      <p:sp>
        <p:nvSpPr>
          <p:cNvPr id="145" name="Google Shape;203;p13"/>
          <p:cNvSpPr/>
          <p:nvPr/>
        </p:nvSpPr>
        <p:spPr>
          <a:xfrm>
            <a:off x="822960" y="4643280"/>
            <a:ext cx="5028120" cy="45612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US" sz="1400" b="0" u="none" strike="noStrike">
                <a:solidFill>
                  <a:srgbClr val="212529"/>
                </a:solidFill>
                <a:effectLst/>
                <a:uFillTx/>
                <a:latin typeface="Calibri"/>
                <a:ea typeface="Calibri"/>
              </a:rPr>
              <a:t>• Edge AI optimization</a:t>
            </a:r>
            <a:endParaRPr lang="en-US" sz="1400" b="0" u="none" strike="noStrike">
              <a:solidFill>
                <a:srgbClr val="000000"/>
              </a:solidFill>
              <a:effectLst/>
              <a:uFillTx/>
              <a:latin typeface="Arial"/>
            </a:endParaRPr>
          </a:p>
        </p:txBody>
      </p:sp>
      <p:sp>
        <p:nvSpPr>
          <p:cNvPr id="146" name="Google Shape;204;p13"/>
          <p:cNvSpPr/>
          <p:nvPr/>
        </p:nvSpPr>
        <p:spPr>
          <a:xfrm>
            <a:off x="822960" y="5100480"/>
            <a:ext cx="5028120" cy="45612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US" sz="1400" b="0" u="none" strike="noStrike">
                <a:solidFill>
                  <a:srgbClr val="212529"/>
                </a:solidFill>
                <a:effectLst/>
                <a:uFillTx/>
                <a:latin typeface="Calibri"/>
                <a:ea typeface="Calibri"/>
              </a:rPr>
              <a:t>• Crowdsourced reporting</a:t>
            </a:r>
            <a:endParaRPr lang="en-US" sz="1400" b="0" u="none" strike="noStrike">
              <a:solidFill>
                <a:srgbClr val="000000"/>
              </a:solidFill>
              <a:effectLst/>
              <a:uFillTx/>
              <a:latin typeface="Arial"/>
            </a:endParaRPr>
          </a:p>
        </p:txBody>
      </p:sp>
      <p:sp>
        <p:nvSpPr>
          <p:cNvPr id="147" name="Google Shape;205;p13"/>
          <p:cNvSpPr/>
          <p:nvPr/>
        </p:nvSpPr>
        <p:spPr>
          <a:xfrm>
            <a:off x="822960" y="5557680"/>
            <a:ext cx="5028120" cy="45612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US" sz="1400" b="0" u="none" strike="noStrike">
                <a:solidFill>
                  <a:srgbClr val="212529"/>
                </a:solidFill>
                <a:effectLst/>
                <a:uFillTx/>
                <a:latin typeface="Calibri"/>
                <a:ea typeface="Calibri"/>
              </a:rPr>
              <a:t>• Road quality heatmaps</a:t>
            </a:r>
            <a:endParaRPr lang="en-US" sz="1400" b="0" u="none" strike="noStrike">
              <a:solidFill>
                <a:srgbClr val="000000"/>
              </a:solidFill>
              <a:effectLst/>
              <a:uFillTx/>
              <a:latin typeface="Arial"/>
            </a:endParaRPr>
          </a:p>
        </p:txBody>
      </p:sp>
      <p:sp>
        <p:nvSpPr>
          <p:cNvPr id="148" name="Google Shape;206;p13"/>
          <p:cNvSpPr/>
          <p:nvPr/>
        </p:nvSpPr>
        <p:spPr>
          <a:xfrm>
            <a:off x="822960" y="6014880"/>
            <a:ext cx="5028120" cy="45612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US" sz="1400" b="0" u="none" strike="noStrike">
                <a:solidFill>
                  <a:srgbClr val="212529"/>
                </a:solidFill>
                <a:effectLst/>
                <a:uFillTx/>
                <a:latin typeface="Calibri"/>
                <a:ea typeface="Calibri"/>
              </a:rPr>
              <a:t>• Log to Government</a:t>
            </a:r>
            <a:endParaRPr lang="en-US" sz="1400" b="0" u="none" strike="noStrike">
              <a:solidFill>
                <a:srgbClr val="000000"/>
              </a:solidFill>
              <a:effectLst/>
              <a:uFillTx/>
              <a:latin typeface="Arial"/>
            </a:endParaRPr>
          </a:p>
        </p:txBody>
      </p:sp>
      <p:pic>
        <p:nvPicPr>
          <p:cNvPr id="149" name="Google Shape;207;p13"/>
          <p:cNvPicPr/>
          <p:nvPr/>
        </p:nvPicPr>
        <p:blipFill>
          <a:blip r:embed="rId1"/>
          <a:stretch/>
        </p:blipFill>
        <p:spPr>
          <a:xfrm>
            <a:off x="4399920" y="1497960"/>
            <a:ext cx="3867840" cy="2175480"/>
          </a:xfrm>
          <a:prstGeom prst="rect">
            <a:avLst/>
          </a:prstGeom>
          <a:noFill/>
          <a:ln w="0">
            <a:noFill/>
          </a:ln>
        </p:spPr>
      </p:pic>
      <p:pic>
        <p:nvPicPr>
          <p:cNvPr id="150" name="Google Shape;208;p13"/>
          <p:cNvPicPr/>
          <p:nvPr/>
        </p:nvPicPr>
        <p:blipFill>
          <a:blip r:embed="rId2"/>
          <a:stretch/>
        </p:blipFill>
        <p:spPr>
          <a:xfrm>
            <a:off x="7935480" y="3728880"/>
            <a:ext cx="3767760" cy="2873520"/>
          </a:xfrm>
          <a:prstGeom prst="rect">
            <a:avLst/>
          </a:prstGeom>
          <a:noFill/>
          <a:ln w="0">
            <a:noFill/>
          </a:ln>
        </p:spPr>
      </p:pic>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1" name="Google Shape;195;p 1"/>
          <p:cNvSpPr/>
          <p:nvPr/>
        </p:nvSpPr>
        <p:spPr>
          <a:xfrm>
            <a:off x="457560" y="1188720"/>
            <a:ext cx="11246040" cy="44640"/>
          </a:xfrm>
          <a:prstGeom prst="rect">
            <a:avLst/>
          </a:prstGeom>
          <a:solidFill>
            <a:srgbClr val="F96167"/>
          </a:solidFill>
          <a:ln w="12700">
            <a:solidFill>
              <a:srgbClr val="F96167"/>
            </a:solidFill>
            <a:round/>
          </a:ln>
        </p:spPr>
        <p:style>
          <a:lnRef idx="0"/>
          <a:fillRef idx="0"/>
          <a:effectRef idx="0"/>
          <a:fontRef idx="minor"/>
        </p:style>
        <p:txBody>
          <a:bodyPr lIns="90000" tIns="720" rIns="90000" bIns="720" anchor="t">
            <a:noAutofit/>
          </a:bodyPr>
          <a:p>
            <a:endParaRPr lang="en-US" sz="1400" b="0" u="none" strike="noStrike">
              <a:solidFill>
                <a:srgbClr val="FFFFFF"/>
              </a:solidFill>
              <a:effectLst/>
              <a:uFillTx/>
              <a:latin typeface="Arial"/>
            </a:endParaRPr>
          </a:p>
        </p:txBody>
      </p:sp>
      <p:sp>
        <p:nvSpPr>
          <p:cNvPr id="152" name=""/>
          <p:cNvSpPr txBox="1"/>
          <p:nvPr/>
        </p:nvSpPr>
        <p:spPr>
          <a:xfrm>
            <a:off x="64080" y="1822320"/>
            <a:ext cx="12051720" cy="3674160"/>
          </a:xfrm>
          <a:prstGeom prst="rect">
            <a:avLst/>
          </a:prstGeom>
          <a:noFill/>
          <a:ln w="0">
            <a:noFill/>
          </a:ln>
        </p:spPr>
        <p:txBody>
          <a:bodyPr lIns="90000" tIns="45000" rIns="90000" bIns="45000" anchor="t">
            <a:spAutoFit/>
          </a:bodyPr>
          <a:p>
            <a:r>
              <a:rPr lang="en-US" sz="1800" b="0" u="none" strike="noStrike">
                <a:solidFill>
                  <a:srgbClr val="000000"/>
                </a:solidFill>
                <a:effectLst/>
                <a:uFillTx/>
                <a:latin typeface="Calibri"/>
              </a:rPr>
              <a:t>SDG 9: Industry, Innovation, and Infrastructure </a:t>
            </a:r>
            <a:endParaRPr lang="en-US" sz="1800" b="0" u="none" strike="noStrike">
              <a:solidFill>
                <a:srgbClr val="000000"/>
              </a:solidFill>
              <a:effectLst/>
              <a:uFillTx/>
              <a:latin typeface="Arial"/>
            </a:endParaRPr>
          </a:p>
          <a:p>
            <a:r>
              <a:rPr lang="en-US" sz="1800" b="0" u="none" strike="noStrike">
                <a:solidFill>
                  <a:srgbClr val="000000"/>
                </a:solidFill>
                <a:effectLst/>
                <a:uFillTx/>
                <a:latin typeface="Calibri"/>
              </a:rPr>
              <a:t>​Justification: RPDS leverages IoT hardware (ESP32, MPU6050 accelerometer, NEO-6M GPS) and Machine Learning (Random Forest) to upgrade public road infrastructure monitoring. Replacing manual, slow, and expensive inspections with automated, data-driven, real-time mapping directly builds resilient transport infrastructure.  </a:t>
            </a:r>
            <a:endParaRPr lang="en-US" sz="1800" b="0" u="none" strike="noStrike">
              <a:solidFill>
                <a:srgbClr val="000000"/>
              </a:solidFill>
              <a:effectLst/>
              <a:uFillTx/>
              <a:latin typeface="Arial"/>
            </a:endParaRPr>
          </a:p>
          <a:p>
            <a:endParaRPr lang="en-US" sz="1800" b="0" u="none" strike="noStrike">
              <a:solidFill>
                <a:srgbClr val="000000"/>
              </a:solidFill>
              <a:effectLst/>
              <a:uFillTx/>
              <a:latin typeface="Arial"/>
            </a:endParaRPr>
          </a:p>
          <a:p>
            <a:r>
              <a:rPr lang="en-US" sz="1800" b="0" u="none" strike="noStrike">
                <a:solidFill>
                  <a:srgbClr val="000000"/>
                </a:solidFill>
                <a:effectLst/>
                <a:uFillTx/>
                <a:latin typeface="Calibri"/>
              </a:rPr>
              <a:t>​SDG 11: Sustainable Cities and Communities </a:t>
            </a:r>
            <a:endParaRPr lang="en-US" sz="1800" b="0" u="none" strike="noStrike">
              <a:solidFill>
                <a:srgbClr val="000000"/>
              </a:solidFill>
              <a:effectLst/>
              <a:uFillTx/>
              <a:latin typeface="Arial"/>
            </a:endParaRPr>
          </a:p>
          <a:p>
            <a:r>
              <a:rPr lang="en-US" sz="1800" b="0" u="none" strike="noStrike">
                <a:solidFill>
                  <a:srgbClr val="000000"/>
                </a:solidFill>
                <a:effectLst/>
                <a:uFillTx/>
                <a:latin typeface="Calibri"/>
              </a:rPr>
              <a:t>​Justification: Target 11.2 focuses on providing access to safe, affordable, accessible, and sustainable transport systems for all and improving road safety. RPDS identifies hazardous road defects and maps them on a digital dashboard in real time, allowing municipal authorities to perform proactive repairs and protect road users.  </a:t>
            </a:r>
            <a:endParaRPr lang="en-US" sz="1800" b="0" u="none" strike="noStrike">
              <a:solidFill>
                <a:srgbClr val="000000"/>
              </a:solidFill>
              <a:effectLst/>
              <a:uFillTx/>
              <a:latin typeface="Arial"/>
            </a:endParaRPr>
          </a:p>
          <a:p>
            <a:endParaRPr lang="en-US" sz="1800" b="0" u="none" strike="noStrike">
              <a:solidFill>
                <a:srgbClr val="000000"/>
              </a:solidFill>
              <a:effectLst/>
              <a:uFillTx/>
              <a:latin typeface="Arial"/>
            </a:endParaRPr>
          </a:p>
          <a:p>
            <a:r>
              <a:rPr lang="en-US" sz="1800" b="0" u="none" strike="noStrike">
                <a:solidFill>
                  <a:srgbClr val="000000"/>
                </a:solidFill>
                <a:effectLst/>
                <a:uFillTx/>
                <a:latin typeface="Calibri"/>
              </a:rPr>
              <a:t>​SDG 3: Good Health and Well-Being</a:t>
            </a:r>
            <a:endParaRPr lang="en-US" sz="1800" b="0" u="none" strike="noStrike">
              <a:solidFill>
                <a:srgbClr val="000000"/>
              </a:solidFill>
              <a:effectLst/>
              <a:uFillTx/>
              <a:latin typeface="Arial"/>
            </a:endParaRPr>
          </a:p>
          <a:p>
            <a:r>
              <a:rPr lang="en-US" sz="1800" b="0" u="none" strike="noStrike">
                <a:solidFill>
                  <a:srgbClr val="000000"/>
                </a:solidFill>
                <a:effectLst/>
                <a:uFillTx/>
                <a:latin typeface="Calibri"/>
              </a:rPr>
              <a:t>​Justification: Target 3.6 aims to halve the number of global deaths and injuries from road traffic accidents. Unreported potholes frequently cause sudden vehicle loss of control, severe accidents, and physical injuries. RPDS reduces collision risks by enabling early detection and rapid repair</a:t>
            </a:r>
            <a:r>
              <a:rPr lang="en-US" sz="1800" b="0" u="none" strike="noStrike">
                <a:solidFill>
                  <a:srgbClr val="000000"/>
                </a:solidFill>
                <a:effectLst/>
                <a:uFillTx/>
                <a:latin typeface="Arial"/>
              </a:rPr>
              <a:t>.</a:t>
            </a:r>
            <a:endParaRPr lang="en-US" sz="1800" b="0" u="none" strike="noStrike">
              <a:solidFill>
                <a:srgbClr val="000000"/>
              </a:solidFill>
              <a:effectLst/>
              <a:uFillTx/>
              <a:latin typeface="Arial"/>
            </a:endParaRPr>
          </a:p>
        </p:txBody>
      </p:sp>
      <p:sp>
        <p:nvSpPr>
          <p:cNvPr id="153" name=""/>
          <p:cNvSpPr txBox="1"/>
          <p:nvPr/>
        </p:nvSpPr>
        <p:spPr>
          <a:xfrm>
            <a:off x="482400" y="186840"/>
            <a:ext cx="9372600" cy="904680"/>
          </a:xfrm>
          <a:prstGeom prst="rect">
            <a:avLst/>
          </a:prstGeom>
          <a:solidFill>
            <a:srgbClr val="FFFFFF"/>
          </a:solidFill>
          <a:ln w="0">
            <a:noFill/>
          </a:ln>
        </p:spPr>
        <p:txBody>
          <a:bodyPr lIns="90000" tIns="45000" rIns="90000" bIns="45000" anchor="t">
            <a:spAutoFit/>
          </a:bodyPr>
          <a:p>
            <a:r>
              <a:rPr lang="en-US" sz="3200" b="1" u="none" strike="noStrike">
                <a:solidFill>
                  <a:srgbClr val="3465A4"/>
                </a:solidFill>
                <a:effectLst/>
                <a:uFillTx/>
                <a:latin typeface="Calibri"/>
              </a:rPr>
              <a:t>SDG 11 - Sustainable Cities and Communities. Pot-Hole detection and possible remedies</a:t>
            </a:r>
            <a:endParaRPr lang="en-US" sz="3200" b="1" u="none" strike="noStrike">
              <a:solidFill>
                <a:srgbClr val="3465A4"/>
              </a:solidFill>
              <a:effectLst/>
              <a:uFillTx/>
              <a:latin typeface="Calibri"/>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4" name="Google Shape;214;p14"/>
          <p:cNvSpPr/>
          <p:nvPr/>
        </p:nvSpPr>
        <p:spPr>
          <a:xfrm>
            <a:off x="457200" y="457200"/>
            <a:ext cx="11246040" cy="73044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US" sz="3200" b="1" u="none" strike="noStrike">
                <a:solidFill>
                  <a:srgbClr val="1E2761"/>
                </a:solidFill>
                <a:effectLst/>
                <a:uFillTx/>
                <a:latin typeface="Calibri"/>
                <a:ea typeface="Calibri"/>
              </a:rPr>
              <a:t>Conclusion</a:t>
            </a:r>
            <a:endParaRPr lang="en-US" sz="3200" b="0" u="none" strike="noStrike">
              <a:solidFill>
                <a:srgbClr val="000000"/>
              </a:solidFill>
              <a:effectLst/>
              <a:uFillTx/>
              <a:latin typeface="Arial"/>
            </a:endParaRPr>
          </a:p>
        </p:txBody>
      </p:sp>
      <p:sp>
        <p:nvSpPr>
          <p:cNvPr id="155" name="Google Shape;215;p14"/>
          <p:cNvSpPr/>
          <p:nvPr/>
        </p:nvSpPr>
        <p:spPr>
          <a:xfrm>
            <a:off x="457200" y="1188720"/>
            <a:ext cx="11246040" cy="44640"/>
          </a:xfrm>
          <a:prstGeom prst="rect">
            <a:avLst/>
          </a:prstGeom>
          <a:solidFill>
            <a:srgbClr val="F96167"/>
          </a:solidFill>
          <a:ln w="12700">
            <a:solidFill>
              <a:srgbClr val="F96167"/>
            </a:solidFill>
            <a:round/>
          </a:ln>
        </p:spPr>
        <p:style>
          <a:lnRef idx="0"/>
          <a:fillRef idx="0"/>
          <a:effectRef idx="0"/>
          <a:fontRef idx="minor"/>
        </p:style>
        <p:txBody>
          <a:bodyPr lIns="90000" tIns="720" rIns="90000" bIns="720" anchor="t">
            <a:noAutofit/>
          </a:bodyPr>
          <a:p>
            <a:endParaRPr lang="en-US" sz="1400" b="0" u="none" strike="noStrike">
              <a:solidFill>
                <a:srgbClr val="FFFFFF"/>
              </a:solidFill>
              <a:effectLst/>
              <a:uFillTx/>
              <a:latin typeface="Arial"/>
            </a:endParaRPr>
          </a:p>
        </p:txBody>
      </p:sp>
      <p:sp>
        <p:nvSpPr>
          <p:cNvPr id="156" name="Google Shape;216;p14"/>
          <p:cNvSpPr/>
          <p:nvPr/>
        </p:nvSpPr>
        <p:spPr>
          <a:xfrm>
            <a:off x="731520" y="2011680"/>
            <a:ext cx="10514520" cy="45612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US" sz="1600" b="0" u="none" strike="noStrike">
                <a:solidFill>
                  <a:srgbClr val="212529"/>
                </a:solidFill>
                <a:effectLst/>
                <a:uFillTx/>
                <a:latin typeface="Calibri"/>
                <a:ea typeface="Calibri"/>
              </a:rPr>
              <a:t>• Combines IoT sensors, GPS, ML &amp; mapping effectively</a:t>
            </a:r>
            <a:endParaRPr lang="en-US" sz="1600" b="0" u="none" strike="noStrike">
              <a:solidFill>
                <a:srgbClr val="000000"/>
              </a:solidFill>
              <a:effectLst/>
              <a:uFillTx/>
              <a:latin typeface="Arial"/>
            </a:endParaRPr>
          </a:p>
        </p:txBody>
      </p:sp>
      <p:sp>
        <p:nvSpPr>
          <p:cNvPr id="157" name="Google Shape;217;p14"/>
          <p:cNvSpPr/>
          <p:nvPr/>
        </p:nvSpPr>
        <p:spPr>
          <a:xfrm>
            <a:off x="731520" y="2560320"/>
            <a:ext cx="10514520" cy="45612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US" sz="1600" b="0" u="none" strike="noStrike">
                <a:solidFill>
                  <a:srgbClr val="212529"/>
                </a:solidFill>
                <a:effectLst/>
                <a:uFillTx/>
                <a:latin typeface="Calibri"/>
                <a:ea typeface="Calibri"/>
              </a:rPr>
              <a:t>• Cost-effective solution for road condition monitoring</a:t>
            </a:r>
            <a:endParaRPr lang="en-US" sz="1600" b="0" u="none" strike="noStrike">
              <a:solidFill>
                <a:srgbClr val="000000"/>
              </a:solidFill>
              <a:effectLst/>
              <a:uFillTx/>
              <a:latin typeface="Arial"/>
            </a:endParaRPr>
          </a:p>
        </p:txBody>
      </p:sp>
      <p:sp>
        <p:nvSpPr>
          <p:cNvPr id="158" name="Google Shape;218;p14"/>
          <p:cNvSpPr/>
          <p:nvPr/>
        </p:nvSpPr>
        <p:spPr>
          <a:xfrm>
            <a:off x="731520" y="3108960"/>
            <a:ext cx="10514520" cy="45612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US" sz="1600" b="0" u="none" strike="noStrike">
                <a:solidFill>
                  <a:srgbClr val="212529"/>
                </a:solidFill>
                <a:effectLst/>
                <a:uFillTx/>
                <a:latin typeface="Calibri"/>
                <a:ea typeface="Calibri"/>
              </a:rPr>
              <a:t>• Enables proactive road maintenance</a:t>
            </a:r>
            <a:endParaRPr lang="en-US" sz="1600" b="0" u="none" strike="noStrike">
              <a:solidFill>
                <a:srgbClr val="000000"/>
              </a:solidFill>
              <a:effectLst/>
              <a:uFillTx/>
              <a:latin typeface="Arial"/>
            </a:endParaRPr>
          </a:p>
        </p:txBody>
      </p:sp>
      <p:sp>
        <p:nvSpPr>
          <p:cNvPr id="159" name="Google Shape;219;p14"/>
          <p:cNvSpPr/>
          <p:nvPr/>
        </p:nvSpPr>
        <p:spPr>
          <a:xfrm>
            <a:off x="731520" y="3657600"/>
            <a:ext cx="10514520" cy="45612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US" sz="1600" b="0" u="none" strike="noStrike">
                <a:solidFill>
                  <a:srgbClr val="212529"/>
                </a:solidFill>
                <a:effectLst/>
                <a:uFillTx/>
                <a:latin typeface="Calibri"/>
                <a:ea typeface="Calibri"/>
              </a:rPr>
              <a:t>• Scalable with clear enhancement path</a:t>
            </a:r>
            <a:endParaRPr lang="en-US" sz="1600" b="0" u="none" strike="noStrike">
              <a:solidFill>
                <a:srgbClr val="000000"/>
              </a:solidFill>
              <a:effectLst/>
              <a:uFillTx/>
              <a:latin typeface="Arial"/>
            </a:endParaRPr>
          </a:p>
        </p:txBody>
      </p:sp>
      <p:sp>
        <p:nvSpPr>
          <p:cNvPr id="160" name="Google Shape;220;p14"/>
          <p:cNvSpPr/>
          <p:nvPr/>
        </p:nvSpPr>
        <p:spPr>
          <a:xfrm>
            <a:off x="731520" y="4206240"/>
            <a:ext cx="10514520" cy="45612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US" sz="1600" b="0" u="none" strike="noStrike">
                <a:solidFill>
                  <a:srgbClr val="212529"/>
                </a:solidFill>
                <a:effectLst/>
                <a:uFillTx/>
                <a:latin typeface="Calibri"/>
                <a:ea typeface="Calibri"/>
              </a:rPr>
              <a:t>• Start simple → Collect data → Improve continuously</a:t>
            </a:r>
            <a:endParaRPr lang="en-US"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E2761"/>
        </a:solidFill>
      </p:bgPr>
    </p:bg>
    <p:spTree>
      <p:nvGrpSpPr>
        <p:cNvPr id="1" name=""/>
        <p:cNvGrpSpPr/>
        <p:nvPr/>
      </p:nvGrpSpPr>
      <p:grpSpPr>
        <a:xfrm>
          <a:off x="0" y="0"/>
          <a:ext cx="0" cy="0"/>
          <a:chOff x="0" y="0"/>
          <a:chExt cx="0" cy="0"/>
        </a:xfrm>
      </p:grpSpPr>
      <p:sp>
        <p:nvSpPr>
          <p:cNvPr id="161" name="Google Shape;226;p15"/>
          <p:cNvSpPr/>
          <p:nvPr/>
        </p:nvSpPr>
        <p:spPr>
          <a:xfrm>
            <a:off x="457200" y="2743200"/>
            <a:ext cx="11246040" cy="913320"/>
          </a:xfrm>
          <a:prstGeom prst="rect">
            <a:avLst/>
          </a:prstGeom>
          <a:noFill/>
          <a:ln w="0">
            <a:noFill/>
          </a:ln>
        </p:spPr>
        <p:style>
          <a:lnRef idx="0"/>
          <a:fillRef idx="0"/>
          <a:effectRef idx="0"/>
          <a:fontRef idx="minor"/>
        </p:style>
        <p:txBody>
          <a:bodyPr lIns="0" tIns="0" rIns="0" bIns="0" anchor="ctr">
            <a:noAutofit/>
          </a:bodyPr>
          <a:p>
            <a:pPr algn="ctr">
              <a:lnSpc>
                <a:spcPct val="100000"/>
              </a:lnSpc>
              <a:tabLst>
                <a:tab pos="0" algn="l"/>
              </a:tabLst>
            </a:pPr>
            <a:r>
              <a:rPr lang="en-US" sz="4800" b="1" u="none" strike="noStrike">
                <a:solidFill>
                  <a:srgbClr val="FFFFFF"/>
                </a:solidFill>
                <a:effectLst/>
                <a:uFillTx/>
                <a:latin typeface="Calibri"/>
                <a:ea typeface="Calibri"/>
              </a:rPr>
              <a:t>Thank You</a:t>
            </a:r>
            <a:endParaRPr lang="en-US" sz="48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4</TotalTime>
  <Application>LibreOffice/26.2.5.2$Linux_X86_64 LibreOffice_project/6d2b0d33fb0f5da53a12f98bed3e9973e56ff1f0</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
  <dc:description/>
  <dc:language>en-US</dc:language>
  <cp:lastModifiedBy/>
  <dcterms:modified xsi:type="dcterms:W3CDTF">2026-10-05T14:06:07Z</dcterms:modified>
  <cp:revision>1</cp:revision>
  <dc:subject/>
  <dc:title/>
</cp:coreProperties>
</file>

<file path=docProps/custom.xml><?xml version="1.0" encoding="utf-8"?>
<Properties xmlns="http://schemas.openxmlformats.org/officeDocument/2006/custom-properties" xmlns:vt="http://schemas.openxmlformats.org/officeDocument/2006/docPropsVTypes"/>
</file>